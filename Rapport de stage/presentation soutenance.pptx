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261" r:id="rId3"/>
    <p:sldId id="371" r:id="rId4"/>
    <p:sldId id="268" r:id="rId5"/>
    <p:sldId id="373" r:id="rId6"/>
    <p:sldId id="266" r:id="rId7"/>
    <p:sldId id="272" r:id="rId8"/>
    <p:sldId id="270" r:id="rId9"/>
    <p:sldId id="36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A5CE9B2-4B9F-4AD3-B50D-C0DB56877A6C}">
          <p14:sldIdLst>
            <p14:sldId id="374"/>
            <p14:sldId id="261"/>
            <p14:sldId id="371"/>
            <p14:sldId id="268"/>
            <p14:sldId id="373"/>
            <p14:sldId id="266"/>
            <p14:sldId id="272"/>
            <p14:sldId id="270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7E"/>
    <a:srgbClr val="669900"/>
    <a:srgbClr val="99FF33"/>
    <a:srgbClr val="99CCFF"/>
    <a:srgbClr val="6666FF"/>
    <a:srgbClr val="9999FF"/>
    <a:srgbClr val="CCFF99"/>
    <a:srgbClr val="00FFFF"/>
    <a:srgbClr val="0000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7" autoAdjust="0"/>
    <p:restoredTop sz="94237" autoAdjust="0"/>
  </p:normalViewPr>
  <p:slideViewPr>
    <p:cSldViewPr snapToGrid="0">
      <p:cViewPr varScale="1">
        <p:scale>
          <a:sx n="62" d="100"/>
          <a:sy n="62" d="100"/>
        </p:scale>
        <p:origin x="78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EA60F-9F1B-465B-901F-6390E4F4BE15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7F68F-C8B2-48EA-AE4E-86A328D89FA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5011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aseline="0" dirty="0">
                <a:latin typeface="+mn-lt"/>
              </a:rPr>
              <a:t> </a:t>
            </a:r>
            <a:endParaRPr lang="fr-FR" sz="1800" dirty="0"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554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87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52D42-E7E2-B773-78FE-3034D33B3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6DAF08-0582-BC63-AC37-8472DDCB4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D2734E-12E1-2C79-AC5E-07011016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12FE56-751F-0CC8-6AF1-3FAE75B7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76F45F-2767-9524-512A-298AF7BC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237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7F6A43-C3E8-C90B-FDBD-578F09F3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8F304A-EEFA-48A4-FF0D-0AEC2B1BC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9A72E7-B489-8FFF-D4F6-AF57454C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960D85-D0F3-1FB9-7AE7-8A52B99F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0DB924-D508-00B7-67B8-50F39B4E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695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A8CF9-3F6E-9689-F4A3-ECB67675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AB74F6-CF1E-CDAD-2824-CD694FE44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F2A3E2-20CD-49D6-17BE-BD91D69DE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904C7A-F59C-376D-509E-7D5D0744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A3FBBF-7C43-5089-0125-A0264D15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75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41196-790B-A891-B855-F46CA3E1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36A98-450C-9679-6692-8F5170D2A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E99EB2-EBA2-2862-F4FD-BCF7D9BE3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8A06D7-14A1-2570-83F4-066BB94C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DD841D-F30E-2748-BE99-5B1D4B42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8BEE70-977C-51F7-758A-80E179B1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265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CFC51-4B4C-DCCA-AAD7-730F67EC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296C2A-8DCF-E1FF-4FE6-01FFDCB69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F7BDC8-C703-1411-E871-0D308B7F6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B27F8A6-4EDB-4042-73AA-58B07BB36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C0B438D-F384-B510-DBE0-A060E2DC3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7792A6-8E24-DAA1-F020-2EBC9CEE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744BCE-BBAF-693F-BA7C-358CDE1A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A1C846-B3BB-C03D-6F70-0E1E14F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422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0AFB0-74A1-F8F3-0FD7-59B0110A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FC3FB2-222D-354C-A8ED-ADEC1031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F1504F-EB0D-BE46-C95D-BF672AD4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AA0208-E11E-1A23-1503-F7F4F476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186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ED42ACE-DD0C-6B34-1F8E-FC1F3C7A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93BC72-7656-F61E-45AF-42EB711C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AAFC13-D4B8-5E3C-38DB-9CA18674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56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C1202-1AD8-4D35-0862-AD6BF09A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A7CAAB-EFF9-4E48-E6DC-99699B2FB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FBA1A2-B52B-83B5-B6DB-9253F588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119E23-2325-A905-16CF-AFFDA5D4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DA6C57-B9CF-37E0-66C9-D9D29227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E35F4C-1BCF-5BC0-BA10-6D36C92C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551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AE42A-F881-0F66-B0EE-E5183602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85CABE-92FA-CD06-D3FC-7D9998B15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4EE547-301F-FA25-BF4B-8474B7CA8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5E9059-6396-FBE5-8395-EB036F6D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01F6A2-F34A-FB95-C589-29DD833C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9D56D8-8279-CA96-52E0-3FD4C49F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87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8A111-6106-AD49-D13D-F0D1972B5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356312-9F64-DF61-F98E-5A939AA4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5E4AA1-21DF-540B-45A6-FBB6EFB1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84C0DF-9FD6-23A9-3C33-88A574DF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805A55-47B5-C067-2B62-908FA3EB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788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18DC04-A31E-E053-1646-95B72724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B73126-9F39-072C-D9A5-407CE3F93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489EA5-4AAA-1A64-6CFE-F82B164F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DA10A9-177A-4C84-4DF9-D5A06F1D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4A36C5-8C37-10C0-7DE4-1FB649CE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5516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4415471" y="1613249"/>
            <a:ext cx="3360000" cy="3360292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4295315" y="1493395"/>
            <a:ext cx="3600312" cy="36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4175471" y="1373228"/>
            <a:ext cx="3840000" cy="3840333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4055471" y="1253218"/>
            <a:ext cx="4080000" cy="4080354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3935471" y="1133207"/>
            <a:ext cx="4320000" cy="4320375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3815273" y="1013395"/>
            <a:ext cx="4560396" cy="456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4400" y="2648572"/>
            <a:ext cx="10363200" cy="1057333"/>
          </a:xfrm>
        </p:spPr>
        <p:txBody>
          <a:bodyPr anchor="t">
            <a:noAutofit/>
          </a:bodyPr>
          <a:lstStyle>
            <a:lvl1pPr algn="ctr">
              <a:defRPr sz="64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974" y="3669060"/>
            <a:ext cx="10370052" cy="576031"/>
          </a:xfrm>
        </p:spPr>
        <p:txBody>
          <a:bodyPr anchor="b">
            <a:noAutofit/>
          </a:bodyPr>
          <a:lstStyle>
            <a:lvl1pPr algn="ctr">
              <a:defRPr sz="2667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910974" y="5685251"/>
            <a:ext cx="10370052" cy="1008112"/>
          </a:xfrm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54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4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5730640" y="5397219"/>
            <a:ext cx="725488" cy="125685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4693247" y="1661411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0" name="円/楕円 39"/>
          <p:cNvSpPr/>
          <p:nvPr userDrawn="1"/>
        </p:nvSpPr>
        <p:spPr>
          <a:xfrm>
            <a:off x="5436378" y="1661411"/>
            <a:ext cx="57611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1" name="円/楕円 40"/>
          <p:cNvSpPr/>
          <p:nvPr userDrawn="1"/>
        </p:nvSpPr>
        <p:spPr>
          <a:xfrm>
            <a:off x="6179508" y="1661411"/>
            <a:ext cx="576114" cy="576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2" name="円/楕円 41"/>
          <p:cNvSpPr/>
          <p:nvPr userDrawn="1"/>
        </p:nvSpPr>
        <p:spPr>
          <a:xfrm>
            <a:off x="6922638" y="1661411"/>
            <a:ext cx="576114" cy="576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52054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FAA5BD-FDD8-3F55-F8F1-092CB725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E17FF2-AC3E-28E9-4C91-3DA7B2597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9B12BB-0CEC-3F91-C617-46DA54FC6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A521A-1E4F-4E08-8A69-A993D640547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D7839F-7D01-2FAD-5B95-C0D1CC1EB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B7B276-913F-5142-4EB6-579486CE5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7502E-23DF-4A88-A424-CB6A17B934B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079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gif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hyperlink" Target="http://localhost/systeme-pointage/index.ph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0" y="2060193"/>
            <a:ext cx="12192000" cy="1395266"/>
            <a:chOff x="16662" y="125850"/>
            <a:chExt cx="6334126" cy="1455089"/>
          </a:xfrm>
          <a:solidFill>
            <a:srgbClr val="005D7E"/>
          </a:solidFill>
        </p:grpSpPr>
        <p:sp>
          <p:nvSpPr>
            <p:cNvPr id="16" name="Trapèze 15"/>
            <p:cNvSpPr/>
            <p:nvPr/>
          </p:nvSpPr>
          <p:spPr>
            <a:xfrm>
              <a:off x="16662" y="896121"/>
              <a:ext cx="6334126" cy="657225"/>
            </a:xfrm>
            <a:prstGeom prst="trapezoid">
              <a:avLst/>
            </a:prstGeom>
            <a:grpFill/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95275" y="125850"/>
              <a:ext cx="5760239" cy="1455089"/>
            </a:xfrm>
            <a:prstGeom prst="rect">
              <a:avLst/>
            </a:prstGeom>
            <a:grpFill/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0"/>
                </a:spcAft>
              </a:pPr>
              <a:r>
                <a:rPr lang="fr-CM" sz="2800" dirty="0"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</a:rPr>
                <a:t>Thème : </a:t>
              </a:r>
              <a:r>
                <a:rPr lang="fr-CM" sz="2400" dirty="0"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</a:rPr>
                <a:t>CONCEPTION &amp; REALISATION D’UN SYSTEME DE POINTAGE NUMERIQUE DES EMPLOYES AVEC GESTION DES PRESENCES : CAS DE NUMERICA FINANCE SA</a:t>
              </a:r>
              <a:endParaRPr lang="fr-FR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2E9E601-B5A5-26D8-2912-0D9A7EDF7638}"/>
              </a:ext>
            </a:extLst>
          </p:cNvPr>
          <p:cNvSpPr/>
          <p:nvPr/>
        </p:nvSpPr>
        <p:spPr>
          <a:xfrm>
            <a:off x="1466244" y="3466637"/>
            <a:ext cx="95892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Stage effectue du 16 juillet au 25 Aout 2025 A NUMERICA FINANCE SA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BEF1774-1B40-A263-72D1-3E5BF2021A8E}"/>
              </a:ext>
            </a:extLst>
          </p:cNvPr>
          <p:cNvSpPr/>
          <p:nvPr/>
        </p:nvSpPr>
        <p:spPr>
          <a:xfrm>
            <a:off x="0" y="0"/>
            <a:ext cx="6096000" cy="479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E6AF5F3-EC3E-FE70-1442-77BBB509C36D}"/>
              </a:ext>
            </a:extLst>
          </p:cNvPr>
          <p:cNvSpPr/>
          <p:nvPr/>
        </p:nvSpPr>
        <p:spPr>
          <a:xfrm>
            <a:off x="5741233" y="-1"/>
            <a:ext cx="6450767" cy="479685"/>
          </a:xfrm>
          <a:prstGeom prst="roundRect">
            <a:avLst>
              <a:gd name="adj" fmla="val 50000"/>
            </a:avLst>
          </a:prstGeom>
          <a:solidFill>
            <a:srgbClr val="005D7E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3C5D7A6-3E10-C054-18A7-E23584541EE9}"/>
              </a:ext>
            </a:extLst>
          </p:cNvPr>
          <p:cNvSpPr/>
          <p:nvPr/>
        </p:nvSpPr>
        <p:spPr>
          <a:xfrm>
            <a:off x="2208550" y="553704"/>
            <a:ext cx="7774899" cy="9899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spc="50" dirty="0">
                <a:ln w="0"/>
                <a:solidFill>
                  <a:srgbClr val="005D7E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RAPPORT DE STAGE ACADEMIQUE</a:t>
            </a:r>
          </a:p>
          <a:p>
            <a:pPr algn="ctr"/>
            <a:r>
              <a:rPr lang="fr-FR" b="1" spc="50" dirty="0">
                <a:ln w="0"/>
                <a:solidFill>
                  <a:srgbClr val="005D7E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En vue de l’obtention du Brevet de Technicien Supérieur en Génie Logiciel.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7BB7FC-CB36-3318-79E1-8325B63A4049}"/>
              </a:ext>
            </a:extLst>
          </p:cNvPr>
          <p:cNvSpPr/>
          <p:nvPr/>
        </p:nvSpPr>
        <p:spPr>
          <a:xfrm>
            <a:off x="0" y="1648761"/>
            <a:ext cx="12192000" cy="241352"/>
          </a:xfrm>
          <a:prstGeom prst="rect">
            <a:avLst/>
          </a:prstGeom>
          <a:solidFill>
            <a:srgbClr val="005D7E"/>
          </a:solidFill>
          <a:ln w="57150">
            <a:solidFill>
              <a:srgbClr val="00206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2E98E1-94B5-B4C0-ADBA-53EC82B835E5}"/>
              </a:ext>
            </a:extLst>
          </p:cNvPr>
          <p:cNvSpPr/>
          <p:nvPr/>
        </p:nvSpPr>
        <p:spPr>
          <a:xfrm>
            <a:off x="-16035" y="3952710"/>
            <a:ext cx="12192000" cy="241352"/>
          </a:xfrm>
          <a:prstGeom prst="rect">
            <a:avLst/>
          </a:prstGeom>
          <a:solidFill>
            <a:srgbClr val="005D7E"/>
          </a:solidFill>
          <a:ln w="57150">
            <a:solidFill>
              <a:srgbClr val="00206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766B5F8-3718-8D64-C55C-684812D29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469" y="591961"/>
            <a:ext cx="1050723" cy="9599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BottomLeft"/>
            <a:lightRig rig="threePt" dir="t"/>
          </a:scene3d>
          <a:sp3d>
            <a:bevelT w="165100" prst="coolSlant"/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4EDEB4F-E59C-9F78-4DD2-7F7DAFB70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3" y="530002"/>
            <a:ext cx="1457204" cy="1006482"/>
          </a:xfrm>
          <a:prstGeom prst="rect">
            <a:avLst/>
          </a:prstGeom>
          <a:effectLst/>
          <a:scene3d>
            <a:camera prst="obliqueTopLeft"/>
            <a:lightRig rig="threePt" dir="t"/>
          </a:scene3d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66E03E7-3965-9631-40DE-C72D44803DFF}"/>
              </a:ext>
            </a:extLst>
          </p:cNvPr>
          <p:cNvSpPr txBox="1"/>
          <p:nvPr/>
        </p:nvSpPr>
        <p:spPr>
          <a:xfrm>
            <a:off x="5231567" y="4390456"/>
            <a:ext cx="4552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fr-FR" sz="1800" b="1" i="0" u="none" strike="noStrike" kern="1200" cap="none" spc="0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Times New Roman" panose="02020603050405020304" pitchFamily="18" charset="0"/>
              </a:rPr>
              <a:t>NJIKEP SEUGUE FRANCK STEFFY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EA1EB9-255C-A271-1F98-B997E24B10F3}"/>
              </a:ext>
            </a:extLst>
          </p:cNvPr>
          <p:cNvSpPr/>
          <p:nvPr/>
        </p:nvSpPr>
        <p:spPr>
          <a:xfrm>
            <a:off x="3333023" y="4390456"/>
            <a:ext cx="21010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</a:t>
            </a:r>
            <a:r>
              <a:rPr kumimoji="0" lang="fr-FR" sz="24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par : 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8A863C0-0062-AC8A-4A05-DDB5A9E2F94C}"/>
              </a:ext>
            </a:extLst>
          </p:cNvPr>
          <p:cNvSpPr/>
          <p:nvPr/>
        </p:nvSpPr>
        <p:spPr>
          <a:xfrm>
            <a:off x="0" y="6378315"/>
            <a:ext cx="12192001" cy="47968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383DED-4E9D-7D6D-6067-EB9E86514166}"/>
              </a:ext>
            </a:extLst>
          </p:cNvPr>
          <p:cNvSpPr/>
          <p:nvPr/>
        </p:nvSpPr>
        <p:spPr>
          <a:xfrm>
            <a:off x="2608288" y="6307831"/>
            <a:ext cx="6565692" cy="40776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4F3BA6C-E7D7-2FCF-975F-AC5860788DB3}"/>
              </a:ext>
            </a:extLst>
          </p:cNvPr>
          <p:cNvSpPr/>
          <p:nvPr/>
        </p:nvSpPr>
        <p:spPr>
          <a:xfrm>
            <a:off x="2608288" y="6556689"/>
            <a:ext cx="6565692" cy="37179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F79248-1A18-F7A2-432C-5DB9F88D3E28}"/>
              </a:ext>
            </a:extLst>
          </p:cNvPr>
          <p:cNvSpPr/>
          <p:nvPr/>
        </p:nvSpPr>
        <p:spPr>
          <a:xfrm>
            <a:off x="4038380" y="5775005"/>
            <a:ext cx="4046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2025-2026</a:t>
            </a:r>
            <a:endParaRPr kumimoji="0" lang="fr-FR" sz="24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20FC6-AA25-F980-9EF6-72D72A774A98}"/>
              </a:ext>
            </a:extLst>
          </p:cNvPr>
          <p:cNvSpPr/>
          <p:nvPr/>
        </p:nvSpPr>
        <p:spPr>
          <a:xfrm>
            <a:off x="4038380" y="4717771"/>
            <a:ext cx="37208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defRPr/>
            </a:pPr>
            <a:r>
              <a:rPr kumimoji="0" lang="fr-FR" sz="28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Matr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icule : </a:t>
            </a:r>
            <a:r>
              <a:rPr lang="fr-CM" sz="2400" b="1" dirty="0"/>
              <a:t> 411T249315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fr-FR" sz="28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661C3-D488-F19B-91E8-71C07606227F}"/>
              </a:ext>
            </a:extLst>
          </p:cNvPr>
          <p:cNvSpPr/>
          <p:nvPr/>
        </p:nvSpPr>
        <p:spPr>
          <a:xfrm>
            <a:off x="-296596" y="4872032"/>
            <a:ext cx="362961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Encadreur Académique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M.</a:t>
            </a:r>
            <a:r>
              <a:rPr lang="fr-FR" sz="1800" b="1" dirty="0">
                <a:effectLst/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DJOMO REQUI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Enseignant </a:t>
            </a:r>
            <a:r>
              <a:rPr lang="fr-FR" sz="2400" dirty="0">
                <a:latin typeface="Agency FB" panose="020B0503020202020204" pitchFamily="34" charset="0"/>
                <a:cs typeface="Times New Roman" panose="02020603050405020304" pitchFamily="18" charset="0"/>
              </a:rPr>
              <a:t>de l’IUG 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5BAB74F-5512-9087-AB6F-A50554AC5324}"/>
              </a:ext>
            </a:extLst>
          </p:cNvPr>
          <p:cNvSpPr txBox="1"/>
          <p:nvPr/>
        </p:nvSpPr>
        <p:spPr>
          <a:xfrm>
            <a:off x="8789845" y="5024904"/>
            <a:ext cx="293432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Encadreur Professionnel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anose="020B0503020202020204" pitchFamily="34" charset="0"/>
                <a:cs typeface="Times New Roman" panose="02020603050405020304" pitchFamily="18" charset="0"/>
              </a:rPr>
              <a:t>M.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Times New Roman" panose="02020603050405020304" pitchFamily="18" charset="0"/>
              </a:rPr>
              <a:t>KAMLA AUGUSTIN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dirty="0">
                <a:latin typeface="Agency FB" panose="020B0503020202020204" pitchFamily="34" charset="0"/>
                <a:cs typeface="Times New Roman" panose="02020603050405020304" pitchFamily="18" charset="0"/>
              </a:rPr>
              <a:t>DSI A NUMERICA FINANCE SA 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4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>
          <a:xfrm>
            <a:off x="1317356" y="2602077"/>
            <a:ext cx="10363200" cy="1057333"/>
          </a:xfrm>
        </p:spPr>
        <p:txBody>
          <a:bodyPr/>
          <a:lstStyle/>
          <a:p>
            <a:r>
              <a:rPr lang="en-US" altLang="ja-JP" dirty="0">
                <a:solidFill>
                  <a:srgbClr val="0070C0"/>
                </a:solidFill>
              </a:rPr>
              <a:t>Soyez les bienvenus !</a:t>
            </a:r>
            <a:endParaRPr kumimoji="1" lang="ja-JP" altLang="en-US" dirty="0">
              <a:solidFill>
                <a:srgbClr val="0070C0"/>
              </a:solidFill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/>
          </p:nvPr>
        </p:nvSpPr>
        <p:spPr>
          <a:xfrm>
            <a:off x="910974" y="3808284"/>
            <a:ext cx="10370052" cy="57603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b="1" dirty="0">
                <a:latin typeface="Rage Italic" panose="03070502040507070304" pitchFamily="66" charset="0"/>
              </a:rPr>
              <a:t>à Notre Soutenance</a:t>
            </a:r>
            <a:endParaRPr kumimoji="1" lang="ja-JP" altLang="en-US" b="1" dirty="0"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6557FA7E-D52F-657A-8C64-285C7A0B5423}"/>
              </a:ext>
            </a:extLst>
          </p:cNvPr>
          <p:cNvGrpSpPr/>
          <p:nvPr/>
        </p:nvGrpSpPr>
        <p:grpSpPr>
          <a:xfrm rot="18941292">
            <a:off x="-1917843" y="1111414"/>
            <a:ext cx="4556578" cy="4443412"/>
            <a:chOff x="-1983915" y="1150349"/>
            <a:chExt cx="4527032" cy="4242216"/>
          </a:xfrm>
        </p:grpSpPr>
        <p:sp>
          <p:nvSpPr>
            <p:cNvPr id="5" name="Cercle : creux 4">
              <a:extLst>
                <a:ext uri="{FF2B5EF4-FFF2-40B4-BE49-F238E27FC236}">
                  <a16:creationId xmlns:a16="http://schemas.microsoft.com/office/drawing/2014/main" id="{83F68243-6092-2DC6-F90F-50108E919D22}"/>
                </a:ext>
              </a:extLst>
            </p:cNvPr>
            <p:cNvSpPr/>
            <p:nvPr/>
          </p:nvSpPr>
          <p:spPr>
            <a:xfrm rot="189045">
              <a:off x="-1983915" y="1150349"/>
              <a:ext cx="4527032" cy="4242216"/>
            </a:xfrm>
            <a:prstGeom prst="donu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>
                <a:solidFill>
                  <a:schemeClr val="tx1"/>
                </a:solidFill>
              </a:endParaRPr>
            </a:p>
          </p:txBody>
        </p:sp>
        <p:sp>
          <p:nvSpPr>
            <p:cNvPr id="30" name="Arc plein 29">
              <a:extLst>
                <a:ext uri="{FF2B5EF4-FFF2-40B4-BE49-F238E27FC236}">
                  <a16:creationId xmlns:a16="http://schemas.microsoft.com/office/drawing/2014/main" id="{B791FEC8-F49E-B50A-369F-8CBF69FFAA3F}"/>
                </a:ext>
              </a:extLst>
            </p:cNvPr>
            <p:cNvSpPr/>
            <p:nvPr/>
          </p:nvSpPr>
          <p:spPr>
            <a:xfrm rot="16200000">
              <a:off x="-1673582" y="2178046"/>
              <a:ext cx="4100006" cy="2117346"/>
            </a:xfrm>
            <a:prstGeom prst="blockArc">
              <a:avLst>
                <a:gd name="adj1" fmla="val 20475377"/>
                <a:gd name="adj2" fmla="val 1282131"/>
                <a:gd name="adj3" fmla="val 2661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E9F15B2-66EC-EF76-FE17-ADB82B1B721B}"/>
              </a:ext>
            </a:extLst>
          </p:cNvPr>
          <p:cNvSpPr/>
          <p:nvPr/>
        </p:nvSpPr>
        <p:spPr>
          <a:xfrm>
            <a:off x="0" y="-13807"/>
            <a:ext cx="12137326" cy="300139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40C810-EA62-E50A-5B17-0E4A8CD2CCDD}"/>
              </a:ext>
            </a:extLst>
          </p:cNvPr>
          <p:cNvSpPr/>
          <p:nvPr/>
        </p:nvSpPr>
        <p:spPr>
          <a:xfrm>
            <a:off x="0" y="6650621"/>
            <a:ext cx="11422506" cy="192457"/>
          </a:xfrm>
          <a:prstGeom prst="rect">
            <a:avLst/>
          </a:prstGeom>
          <a:solidFill>
            <a:srgbClr val="005D7E"/>
          </a:solidFill>
          <a:ln>
            <a:solidFill>
              <a:srgbClr val="005D7E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D56DEFB-3AE5-5EC5-3831-9A9FAA5274A2}"/>
              </a:ext>
            </a:extLst>
          </p:cNvPr>
          <p:cNvSpPr/>
          <p:nvPr/>
        </p:nvSpPr>
        <p:spPr>
          <a:xfrm>
            <a:off x="2575809" y="5706762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8A7A0CA-F109-63FD-F0A9-6846FAA99FCD}"/>
              </a:ext>
            </a:extLst>
          </p:cNvPr>
          <p:cNvSpPr/>
          <p:nvPr/>
        </p:nvSpPr>
        <p:spPr>
          <a:xfrm>
            <a:off x="3270981" y="4610715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C980BB4-670D-F601-B4F6-DA02686C4249}"/>
              </a:ext>
            </a:extLst>
          </p:cNvPr>
          <p:cNvSpPr/>
          <p:nvPr/>
        </p:nvSpPr>
        <p:spPr>
          <a:xfrm>
            <a:off x="4768124" y="3549155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MODELISATION DETAILLEE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9FEEC46-EE75-32B0-B0F4-9191FF890152}"/>
              </a:ext>
            </a:extLst>
          </p:cNvPr>
          <p:cNvSpPr/>
          <p:nvPr/>
        </p:nvSpPr>
        <p:spPr>
          <a:xfrm>
            <a:off x="4649451" y="2535338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ETUDE PREALABLE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22A7FFA-4C02-3544-81FD-19771E858B52}"/>
              </a:ext>
            </a:extLst>
          </p:cNvPr>
          <p:cNvSpPr/>
          <p:nvPr/>
        </p:nvSpPr>
        <p:spPr>
          <a:xfrm>
            <a:off x="4149776" y="1491610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PROBLEMATIQUE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1E31DC-BE0D-DECC-1E95-88908E7B183B}"/>
              </a:ext>
            </a:extLst>
          </p:cNvPr>
          <p:cNvSpPr txBox="1"/>
          <p:nvPr/>
        </p:nvSpPr>
        <p:spPr>
          <a:xfrm>
            <a:off x="4331406" y="1394997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2DF0ED-73B6-E2DC-3524-687DE1B1B584}"/>
              </a:ext>
            </a:extLst>
          </p:cNvPr>
          <p:cNvSpPr txBox="1"/>
          <p:nvPr/>
        </p:nvSpPr>
        <p:spPr>
          <a:xfrm>
            <a:off x="4737183" y="2398982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03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2F91E7-BB1F-1270-6058-803B3B30D28F}"/>
              </a:ext>
            </a:extLst>
          </p:cNvPr>
          <p:cNvSpPr txBox="1"/>
          <p:nvPr/>
        </p:nvSpPr>
        <p:spPr>
          <a:xfrm>
            <a:off x="4884795" y="3433849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829B562-FE56-A663-0A3B-8CCF9995CB64}"/>
              </a:ext>
            </a:extLst>
          </p:cNvPr>
          <p:cNvSpPr txBox="1"/>
          <p:nvPr/>
        </p:nvSpPr>
        <p:spPr>
          <a:xfrm>
            <a:off x="3390775" y="4462682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05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B9541E7-D658-5263-52BA-10EA5236DA9B}"/>
              </a:ext>
            </a:extLst>
          </p:cNvPr>
          <p:cNvSpPr txBox="1"/>
          <p:nvPr/>
        </p:nvSpPr>
        <p:spPr>
          <a:xfrm>
            <a:off x="2766938" y="5614413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06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AE79687-9595-566A-0917-F6695D4025F6}"/>
              </a:ext>
            </a:extLst>
          </p:cNvPr>
          <p:cNvSpPr/>
          <p:nvPr/>
        </p:nvSpPr>
        <p:spPr>
          <a:xfrm>
            <a:off x="3513948" y="376781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PRESENTATION DE L’ENTREPRISE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65E9CDF-9285-BE0B-5EA8-167C6B22A5D8}"/>
              </a:ext>
            </a:extLst>
          </p:cNvPr>
          <p:cNvGrpSpPr/>
          <p:nvPr/>
        </p:nvGrpSpPr>
        <p:grpSpPr>
          <a:xfrm>
            <a:off x="775553" y="705001"/>
            <a:ext cx="2617546" cy="417419"/>
            <a:chOff x="2536108" y="1491668"/>
            <a:chExt cx="815749" cy="209798"/>
          </a:xfrm>
        </p:grpSpPr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28EB3086-EAB4-F9A1-0D94-3B6D92E6C9B9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BCEC0A7B-A36B-D169-2A01-000D66DD9821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B2AB0E6A-A689-CB17-F0F3-7725EA0FF620}"/>
              </a:ext>
            </a:extLst>
          </p:cNvPr>
          <p:cNvGrpSpPr/>
          <p:nvPr/>
        </p:nvGrpSpPr>
        <p:grpSpPr>
          <a:xfrm>
            <a:off x="2134665" y="1858734"/>
            <a:ext cx="1896438" cy="254859"/>
            <a:chOff x="2536108" y="1491668"/>
            <a:chExt cx="815749" cy="209798"/>
          </a:xfrm>
        </p:grpSpPr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66E6D1FF-DF09-9DE2-C5EC-F4D76214EBCC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F7EF9657-6CCF-CBE3-B75E-FA98632FA300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20552F8-FA7B-9F72-A559-CBF2B5C64B78}"/>
              </a:ext>
            </a:extLst>
          </p:cNvPr>
          <p:cNvCxnSpPr>
            <a:cxnSpLocks/>
          </p:cNvCxnSpPr>
          <p:nvPr/>
        </p:nvCxnSpPr>
        <p:spPr>
          <a:xfrm>
            <a:off x="2575809" y="2930685"/>
            <a:ext cx="1951221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7C76C66-DE33-BB07-14D1-F330115A96B8}"/>
              </a:ext>
            </a:extLst>
          </p:cNvPr>
          <p:cNvCxnSpPr>
            <a:cxnSpLocks/>
          </p:cNvCxnSpPr>
          <p:nvPr/>
        </p:nvCxnSpPr>
        <p:spPr>
          <a:xfrm>
            <a:off x="2575809" y="3944502"/>
            <a:ext cx="2073642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7E834B33-7095-13A1-ADD0-FC986DECEFF9}"/>
              </a:ext>
            </a:extLst>
          </p:cNvPr>
          <p:cNvGrpSpPr/>
          <p:nvPr/>
        </p:nvGrpSpPr>
        <p:grpSpPr>
          <a:xfrm flipV="1">
            <a:off x="1834023" y="4913059"/>
            <a:ext cx="1378592" cy="261656"/>
            <a:chOff x="2536108" y="1491668"/>
            <a:chExt cx="815749" cy="209798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F4D5B0E0-22AA-08D3-3648-A32EAA1EA71D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96739821-AC48-8866-0DAF-0D1223E6C372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EB0E4CA6-1D22-D18F-EC5D-AE4BDA1EF01A}"/>
              </a:ext>
            </a:extLst>
          </p:cNvPr>
          <p:cNvGrpSpPr/>
          <p:nvPr/>
        </p:nvGrpSpPr>
        <p:grpSpPr>
          <a:xfrm flipV="1">
            <a:off x="582637" y="5488536"/>
            <a:ext cx="1880643" cy="790696"/>
            <a:chOff x="2536108" y="1491668"/>
            <a:chExt cx="815749" cy="209798"/>
          </a:xfrm>
        </p:grpSpPr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2BC98819-1C9E-FCDB-2653-E295E62F56EE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F8F3A6B8-0817-C899-5B0D-3B0BEF8EC691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ZoneTexte 40">
            <a:extLst>
              <a:ext uri="{FF2B5EF4-FFF2-40B4-BE49-F238E27FC236}">
                <a16:creationId xmlns:a16="http://schemas.microsoft.com/office/drawing/2014/main" id="{4FFC9F82-4466-BCF9-8A0C-9418494D2236}"/>
              </a:ext>
            </a:extLst>
          </p:cNvPr>
          <p:cNvSpPr txBox="1"/>
          <p:nvPr/>
        </p:nvSpPr>
        <p:spPr>
          <a:xfrm>
            <a:off x="3736090" y="237019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01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C15581E8-4554-4AF2-87EE-BD4A7774A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223786" y="1249361"/>
            <a:ext cx="718824" cy="864232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386DE68B-E948-D603-7062-B70F808F4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80" y="1684544"/>
            <a:ext cx="761423" cy="864232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4DB17F64-08D0-4955-1C89-37778DC2E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41" y="2563698"/>
            <a:ext cx="996308" cy="67501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A5C28E15-C4AE-EC72-3F84-E5B3B9D95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47" y="3343806"/>
            <a:ext cx="996308" cy="877993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1AC01F2F-AF63-4380-265D-8336D5D4E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53" y="4232366"/>
            <a:ext cx="814060" cy="710108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74E266A1-F1A0-9710-8FE9-57B4B8E0F5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" y="4553038"/>
            <a:ext cx="869770" cy="74251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BF6EE43F-D7FA-73A4-19E8-90765F4FC96B}"/>
              </a:ext>
            </a:extLst>
          </p:cNvPr>
          <p:cNvSpPr/>
          <p:nvPr/>
        </p:nvSpPr>
        <p:spPr>
          <a:xfrm>
            <a:off x="11317574" y="0"/>
            <a:ext cx="874426" cy="6858000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9597897-7B28-5B01-7307-60CED1E9550D}"/>
              </a:ext>
            </a:extLst>
          </p:cNvPr>
          <p:cNvSpPr txBox="1"/>
          <p:nvPr/>
        </p:nvSpPr>
        <p:spPr>
          <a:xfrm>
            <a:off x="9891879" y="455276"/>
            <a:ext cx="638990" cy="1107996"/>
          </a:xfrm>
          <a:prstGeom prst="rect">
            <a:avLst/>
          </a:prstGeom>
          <a:solidFill>
            <a:srgbClr val="005D7E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D8038E-9016-9615-097F-1E472FB55FB8}"/>
              </a:ext>
            </a:extLst>
          </p:cNvPr>
          <p:cNvSpPr txBox="1"/>
          <p:nvPr/>
        </p:nvSpPr>
        <p:spPr>
          <a:xfrm>
            <a:off x="10559911" y="1581132"/>
            <a:ext cx="638990" cy="11079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C83A50-C708-7F8E-2072-D6ADACC1150E}"/>
              </a:ext>
            </a:extLst>
          </p:cNvPr>
          <p:cNvSpPr txBox="1"/>
          <p:nvPr/>
        </p:nvSpPr>
        <p:spPr>
          <a:xfrm>
            <a:off x="10292246" y="2741876"/>
            <a:ext cx="638990" cy="1107996"/>
          </a:xfrm>
          <a:prstGeom prst="rect">
            <a:avLst/>
          </a:prstGeom>
          <a:solidFill>
            <a:srgbClr val="005D7E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42DDA4-398E-E3FC-50E4-A225EF63FA33}"/>
              </a:ext>
            </a:extLst>
          </p:cNvPr>
          <p:cNvSpPr txBox="1"/>
          <p:nvPr/>
        </p:nvSpPr>
        <p:spPr>
          <a:xfrm>
            <a:off x="10655853" y="3891904"/>
            <a:ext cx="638990" cy="11079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85882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0">
                                      <p:cBhvr>
                                        <p:cTn id="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400000">
                                      <p:cBhvr>
                                        <p:cTn id="4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8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040000">
                                      <p:cBhvr>
                                        <p:cTn id="11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13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8" grpId="0" animBg="1"/>
      <p:bldP spid="17" grpId="0" animBg="1"/>
      <p:bldP spid="16" grpId="0" animBg="1"/>
      <p:bldP spid="7" grpId="0"/>
      <p:bldP spid="8" grpId="0"/>
      <p:bldP spid="9" grpId="0"/>
      <p:bldP spid="10" grpId="0"/>
      <p:bldP spid="11" grpId="0"/>
      <p:bldP spid="13" grpId="0" animBg="1"/>
      <p:bldP spid="41" grpId="0"/>
      <p:bldP spid="2" grpId="0" animBg="1"/>
      <p:bldP spid="3" grpId="0" animBg="1"/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1CC6E70-0AEF-2560-C66F-88644EAB658C}"/>
              </a:ext>
            </a:extLst>
          </p:cNvPr>
          <p:cNvSpPr/>
          <p:nvPr/>
        </p:nvSpPr>
        <p:spPr>
          <a:xfrm>
            <a:off x="0" y="-13807"/>
            <a:ext cx="12137326" cy="305628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28254F5-F98D-4AA3-9533-A03D61ADE454}"/>
              </a:ext>
            </a:extLst>
          </p:cNvPr>
          <p:cNvSpPr/>
          <p:nvPr/>
        </p:nvSpPr>
        <p:spPr>
          <a:xfrm rot="10800000" flipV="1">
            <a:off x="-1" y="6659587"/>
            <a:ext cx="12192000" cy="226081"/>
          </a:xfrm>
          <a:prstGeom prst="roundRect">
            <a:avLst/>
          </a:prstGeom>
          <a:solidFill>
            <a:srgbClr val="005D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500FD36-93AA-45E2-8D0E-FA5C21734915}"/>
              </a:ext>
            </a:extLst>
          </p:cNvPr>
          <p:cNvSpPr/>
          <p:nvPr/>
        </p:nvSpPr>
        <p:spPr>
          <a:xfrm>
            <a:off x="-434955" y="1588655"/>
            <a:ext cx="3907828" cy="3777672"/>
          </a:xfrm>
          <a:prstGeom prst="arc">
            <a:avLst>
              <a:gd name="adj1" fmla="val 16023859"/>
              <a:gd name="adj2" fmla="val 5673708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B25ACB70-EE38-4D55-B7D3-68CAB572AB16}"/>
              </a:ext>
            </a:extLst>
          </p:cNvPr>
          <p:cNvSpPr/>
          <p:nvPr/>
        </p:nvSpPr>
        <p:spPr>
          <a:xfrm>
            <a:off x="1200726" y="1443570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96BA6D43-53A2-4B4B-A542-2C3D2E67580C}"/>
              </a:ext>
            </a:extLst>
          </p:cNvPr>
          <p:cNvSpPr/>
          <p:nvPr/>
        </p:nvSpPr>
        <p:spPr>
          <a:xfrm>
            <a:off x="1167343" y="5249327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37B3CCBF-40BA-4E2A-AE4A-07B26174D6DD}"/>
              </a:ext>
            </a:extLst>
          </p:cNvPr>
          <p:cNvSpPr/>
          <p:nvPr/>
        </p:nvSpPr>
        <p:spPr>
          <a:xfrm>
            <a:off x="2222069" y="1654345"/>
            <a:ext cx="216000" cy="234000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43FC7E7-AB57-417F-947A-0F484F8AB1E2}"/>
              </a:ext>
            </a:extLst>
          </p:cNvPr>
          <p:cNvGrpSpPr/>
          <p:nvPr/>
        </p:nvGrpSpPr>
        <p:grpSpPr>
          <a:xfrm>
            <a:off x="2432029" y="1392677"/>
            <a:ext cx="1375473" cy="234000"/>
            <a:chOff x="2536108" y="1491668"/>
            <a:chExt cx="815749" cy="209798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D63DDD3A-662A-4CF0-A169-E13BFD2A3AD1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A18E9C4-468C-4F4C-B562-D6A9FEC1883F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FC58FB3A-D046-41B3-83B5-BE64C31B6B8A}"/>
              </a:ext>
            </a:extLst>
          </p:cNvPr>
          <p:cNvSpPr txBox="1"/>
          <p:nvPr/>
        </p:nvSpPr>
        <p:spPr>
          <a:xfrm>
            <a:off x="6095999" y="2185446"/>
            <a:ext cx="428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est NUMERICA FINANCE SA ?</a:t>
            </a:r>
            <a:endParaRPr lang="fr-CM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1AD7A0AD-A7B3-47D9-9F30-55C1D3E011BC}"/>
              </a:ext>
            </a:extLst>
          </p:cNvPr>
          <p:cNvSpPr txBox="1"/>
          <p:nvPr/>
        </p:nvSpPr>
        <p:spPr>
          <a:xfrm>
            <a:off x="5893812" y="2983876"/>
            <a:ext cx="3907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Qu’elle et son secteur d’activité ?</a:t>
            </a:r>
            <a:endParaRPr lang="fr-CM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7ADAC8AF-5444-4FD2-97F4-29AEF1F5FF35}"/>
              </a:ext>
            </a:extLst>
          </p:cNvPr>
          <p:cNvSpPr txBox="1"/>
          <p:nvPr/>
        </p:nvSpPr>
        <p:spPr>
          <a:xfrm>
            <a:off x="5518639" y="4040681"/>
            <a:ext cx="4864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Qu’elle est sa localisation géographique ?</a:t>
            </a:r>
            <a:endParaRPr lang="fr-CM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D3CFF848-D2BF-484A-B779-D72D4EF39541}"/>
              </a:ext>
            </a:extLst>
          </p:cNvPr>
          <p:cNvSpPr txBox="1"/>
          <p:nvPr/>
        </p:nvSpPr>
        <p:spPr>
          <a:xfrm>
            <a:off x="5518639" y="5249327"/>
            <a:ext cx="428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a-t-elle suscité</a:t>
            </a:r>
            <a:r>
              <a:rPr lang="fr-C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notre intérêt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FC363509-EC43-4C05-8D4A-E8DA8AEF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06933" y="6237437"/>
            <a:ext cx="2743200" cy="365125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fld id="{0407A520-4DF7-43E0-B4B2-D801C0C513D2}" type="slidenum">
              <a:rPr lang="fr-CM" sz="4000" smtClean="0">
                <a:solidFill>
                  <a:srgbClr val="FF0000"/>
                </a:solidFill>
              </a:rPr>
              <a:t>4</a:t>
            </a:fld>
            <a:endParaRPr lang="fr-CM" sz="4000" dirty="0">
              <a:solidFill>
                <a:srgbClr val="FF0000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344F4C7-7F72-C2CD-3F7D-9B3106DF01F1}"/>
              </a:ext>
            </a:extLst>
          </p:cNvPr>
          <p:cNvSpPr/>
          <p:nvPr/>
        </p:nvSpPr>
        <p:spPr>
          <a:xfrm>
            <a:off x="3969925" y="1080083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PRESENTATION DE L’ENTREPRISE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8B0D6-C24A-0171-803F-1E5196C14626}"/>
              </a:ext>
            </a:extLst>
          </p:cNvPr>
          <p:cNvSpPr/>
          <p:nvPr/>
        </p:nvSpPr>
        <p:spPr>
          <a:xfrm>
            <a:off x="11317574" y="0"/>
            <a:ext cx="874426" cy="6858000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Flèche : droite à entaille 11">
            <a:extLst>
              <a:ext uri="{FF2B5EF4-FFF2-40B4-BE49-F238E27FC236}">
                <a16:creationId xmlns:a16="http://schemas.microsoft.com/office/drawing/2014/main" id="{ECDA1787-A6CD-415C-828A-CCB12B45CA28}"/>
              </a:ext>
            </a:extLst>
          </p:cNvPr>
          <p:cNvSpPr/>
          <p:nvPr/>
        </p:nvSpPr>
        <p:spPr>
          <a:xfrm>
            <a:off x="4871803" y="2175340"/>
            <a:ext cx="1139205" cy="40011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Flèche : droite à entaille 12">
            <a:extLst>
              <a:ext uri="{FF2B5EF4-FFF2-40B4-BE49-F238E27FC236}">
                <a16:creationId xmlns:a16="http://schemas.microsoft.com/office/drawing/2014/main" id="{0D8A9A0E-F883-F719-6388-6418D3E9352D}"/>
              </a:ext>
            </a:extLst>
          </p:cNvPr>
          <p:cNvSpPr/>
          <p:nvPr/>
        </p:nvSpPr>
        <p:spPr>
          <a:xfrm>
            <a:off x="4754607" y="2973770"/>
            <a:ext cx="1139205" cy="400110"/>
          </a:xfrm>
          <a:prstGeom prst="notch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 : droite à entaille 13">
            <a:extLst>
              <a:ext uri="{FF2B5EF4-FFF2-40B4-BE49-F238E27FC236}">
                <a16:creationId xmlns:a16="http://schemas.microsoft.com/office/drawing/2014/main" id="{CB6859CA-CDFD-A2D9-26B1-13AD66D87193}"/>
              </a:ext>
            </a:extLst>
          </p:cNvPr>
          <p:cNvSpPr/>
          <p:nvPr/>
        </p:nvSpPr>
        <p:spPr>
          <a:xfrm>
            <a:off x="4407506" y="4065127"/>
            <a:ext cx="1139205" cy="400110"/>
          </a:xfrm>
          <a:prstGeom prst="notchedRightArrow">
            <a:avLst/>
          </a:prstGeom>
          <a:solidFill>
            <a:srgbClr val="66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Flèche : droite à entaille 15">
            <a:extLst>
              <a:ext uri="{FF2B5EF4-FFF2-40B4-BE49-F238E27FC236}">
                <a16:creationId xmlns:a16="http://schemas.microsoft.com/office/drawing/2014/main" id="{BD9D4AB4-C7E2-B024-A6E8-A404FED5EFC5}"/>
              </a:ext>
            </a:extLst>
          </p:cNvPr>
          <p:cNvSpPr/>
          <p:nvPr/>
        </p:nvSpPr>
        <p:spPr>
          <a:xfrm>
            <a:off x="4334439" y="5168120"/>
            <a:ext cx="1139205" cy="400110"/>
          </a:xfrm>
          <a:prstGeom prst="notched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8E20E31-E160-42CB-8359-360664FBC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640" y="105415"/>
            <a:ext cx="1311910" cy="12109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TopRight"/>
            <a:lightRig rig="threePt" dir="t"/>
          </a:scene3d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47EA7F3-3A94-80F6-5598-711385CB3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11367" y="2241553"/>
            <a:ext cx="2668249" cy="2443791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22F639DF-F5A9-CA05-1493-354C6536F7E9}"/>
              </a:ext>
            </a:extLst>
          </p:cNvPr>
          <p:cNvSpPr txBox="1"/>
          <p:nvPr/>
        </p:nvSpPr>
        <p:spPr>
          <a:xfrm>
            <a:off x="4157031" y="939946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5954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 animBg="1"/>
      <p:bldP spid="11" grpId="0"/>
      <p:bldP spid="61" grpId="0"/>
      <p:bldP spid="62" grpId="0"/>
      <p:bldP spid="63" grpId="0"/>
      <p:bldP spid="4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AD36-CEFD-3084-6872-8563E21C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486DBE1-F31A-9817-2DD7-C8593DE51F78}"/>
              </a:ext>
            </a:extLst>
          </p:cNvPr>
          <p:cNvSpPr/>
          <p:nvPr/>
        </p:nvSpPr>
        <p:spPr>
          <a:xfrm>
            <a:off x="0" y="-13807"/>
            <a:ext cx="12137326" cy="305628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lèche : haut 37">
            <a:extLst>
              <a:ext uri="{FF2B5EF4-FFF2-40B4-BE49-F238E27FC236}">
                <a16:creationId xmlns:a16="http://schemas.microsoft.com/office/drawing/2014/main" id="{D49A285B-8546-E64E-95B9-CFFDB2540959}"/>
              </a:ext>
            </a:extLst>
          </p:cNvPr>
          <p:cNvSpPr/>
          <p:nvPr/>
        </p:nvSpPr>
        <p:spPr>
          <a:xfrm rot="3102541">
            <a:off x="4443716" y="4125943"/>
            <a:ext cx="593725" cy="1325948"/>
          </a:xfrm>
          <a:prstGeom prst="upArrow">
            <a:avLst/>
          </a:prstGeom>
          <a:solidFill>
            <a:srgbClr val="005D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Flèche : haut 38">
            <a:extLst>
              <a:ext uri="{FF2B5EF4-FFF2-40B4-BE49-F238E27FC236}">
                <a16:creationId xmlns:a16="http://schemas.microsoft.com/office/drawing/2014/main" id="{6475D3E9-53B7-3BDB-6891-431D6754AAFE}"/>
              </a:ext>
            </a:extLst>
          </p:cNvPr>
          <p:cNvSpPr/>
          <p:nvPr/>
        </p:nvSpPr>
        <p:spPr>
          <a:xfrm rot="18035530">
            <a:off x="9154949" y="4033212"/>
            <a:ext cx="593725" cy="1493227"/>
          </a:xfrm>
          <a:prstGeom prst="upArrow">
            <a:avLst/>
          </a:prstGeom>
          <a:solidFill>
            <a:srgbClr val="005D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Flèche : courbe vers la gauche 35">
            <a:extLst>
              <a:ext uri="{FF2B5EF4-FFF2-40B4-BE49-F238E27FC236}">
                <a16:creationId xmlns:a16="http://schemas.microsoft.com/office/drawing/2014/main" id="{F1C6EC12-2309-BD8A-97EF-FD569B46E72C}"/>
              </a:ext>
            </a:extLst>
          </p:cNvPr>
          <p:cNvSpPr/>
          <p:nvPr/>
        </p:nvSpPr>
        <p:spPr>
          <a:xfrm>
            <a:off x="8773780" y="1605603"/>
            <a:ext cx="1521002" cy="2312215"/>
          </a:xfrm>
          <a:prstGeom prst="curvedLeftArrow">
            <a:avLst/>
          </a:prstGeom>
          <a:solidFill>
            <a:srgbClr val="005D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AC45ADC-C451-E038-EE2E-A906989C44A7}"/>
              </a:ext>
            </a:extLst>
          </p:cNvPr>
          <p:cNvSpPr/>
          <p:nvPr/>
        </p:nvSpPr>
        <p:spPr>
          <a:xfrm>
            <a:off x="4074856" y="394744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PROBLEMATIQUE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C644854-DD09-AEF6-79C6-F35D52A7CF48}"/>
              </a:ext>
            </a:extLst>
          </p:cNvPr>
          <p:cNvSpPr txBox="1"/>
          <p:nvPr/>
        </p:nvSpPr>
        <p:spPr>
          <a:xfrm>
            <a:off x="4164767" y="228687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02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8801A2-B5D5-A258-7137-7E036597212A}"/>
              </a:ext>
            </a:extLst>
          </p:cNvPr>
          <p:cNvSpPr/>
          <p:nvPr/>
        </p:nvSpPr>
        <p:spPr>
          <a:xfrm rot="10800000" flipV="1">
            <a:off x="-1" y="6659587"/>
            <a:ext cx="12192000" cy="226081"/>
          </a:xfrm>
          <a:prstGeom prst="roundRect">
            <a:avLst/>
          </a:prstGeom>
          <a:solidFill>
            <a:srgbClr val="005D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80D2F0D-BF0C-77FB-8116-35EA8221AAB7}"/>
              </a:ext>
            </a:extLst>
          </p:cNvPr>
          <p:cNvSpPr/>
          <p:nvPr/>
        </p:nvSpPr>
        <p:spPr>
          <a:xfrm>
            <a:off x="-434955" y="1588655"/>
            <a:ext cx="3907828" cy="3777672"/>
          </a:xfrm>
          <a:prstGeom prst="arc">
            <a:avLst>
              <a:gd name="adj1" fmla="val 16023859"/>
              <a:gd name="adj2" fmla="val 5673708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9F2E8D3B-5ABA-DE6E-BA2B-5D81FBED807F}"/>
              </a:ext>
            </a:extLst>
          </p:cNvPr>
          <p:cNvSpPr/>
          <p:nvPr/>
        </p:nvSpPr>
        <p:spPr>
          <a:xfrm>
            <a:off x="1200726" y="1443570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952FD07F-2C3C-AC29-263C-F0A35E012DB4}"/>
              </a:ext>
            </a:extLst>
          </p:cNvPr>
          <p:cNvSpPr/>
          <p:nvPr/>
        </p:nvSpPr>
        <p:spPr>
          <a:xfrm>
            <a:off x="1167343" y="5249327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89C8E436-B43C-F745-00BE-C8E88FEB36F2}"/>
              </a:ext>
            </a:extLst>
          </p:cNvPr>
          <p:cNvSpPr/>
          <p:nvPr/>
        </p:nvSpPr>
        <p:spPr>
          <a:xfrm>
            <a:off x="2222069" y="1654345"/>
            <a:ext cx="216000" cy="234000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31FCF95C-7854-D2E4-8D81-4DE8AF0AF620}"/>
              </a:ext>
            </a:extLst>
          </p:cNvPr>
          <p:cNvGrpSpPr/>
          <p:nvPr/>
        </p:nvGrpSpPr>
        <p:grpSpPr>
          <a:xfrm>
            <a:off x="2437737" y="914400"/>
            <a:ext cx="1494020" cy="669510"/>
            <a:chOff x="2536108" y="1491668"/>
            <a:chExt cx="815749" cy="209798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EFF5756E-CF8A-22E2-38E1-F5463644909C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EDD60955-8749-8DD7-524B-2EF128B8C554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B33E031-A033-E622-50DE-BACF23842AB9}"/>
              </a:ext>
            </a:extLst>
          </p:cNvPr>
          <p:cNvSpPr/>
          <p:nvPr/>
        </p:nvSpPr>
        <p:spPr>
          <a:xfrm>
            <a:off x="11333354" y="-17927"/>
            <a:ext cx="862743" cy="6875927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614433C-A642-1486-57F5-86ECFE4C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6013"/>
            <a:ext cx="2999251" cy="305364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B90CC0E-3DC8-FFC4-68B8-4E19F630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" y="5693684"/>
            <a:ext cx="1553046" cy="924449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52BF8EA0-5963-FF69-33F4-4A0F1C57F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87" y="5716220"/>
            <a:ext cx="1316287" cy="901913"/>
          </a:xfrm>
          <a:prstGeom prst="rect">
            <a:avLst/>
          </a:prstGeom>
        </p:spPr>
      </p:pic>
      <p:sp>
        <p:nvSpPr>
          <p:cNvPr id="26" name="Rectangle : en biseau 25">
            <a:extLst>
              <a:ext uri="{FF2B5EF4-FFF2-40B4-BE49-F238E27FC236}">
                <a16:creationId xmlns:a16="http://schemas.microsoft.com/office/drawing/2014/main" id="{BFB3F4FA-5F05-74FE-960E-D4158D5F8EAF}"/>
              </a:ext>
            </a:extLst>
          </p:cNvPr>
          <p:cNvSpPr/>
          <p:nvPr/>
        </p:nvSpPr>
        <p:spPr>
          <a:xfrm>
            <a:off x="5375104" y="2734145"/>
            <a:ext cx="3344025" cy="1751390"/>
          </a:xfrm>
          <a:prstGeom prst="bevel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RISQUES DE FRAUDE (POINTAGE PAR PROCURATION)</a:t>
            </a:r>
            <a:endParaRPr lang="fr-CM" sz="2400" dirty="0"/>
          </a:p>
          <a:p>
            <a:pPr algn="ctr"/>
            <a:endParaRPr lang="fr-FR" dirty="0"/>
          </a:p>
        </p:txBody>
      </p:sp>
      <p:sp>
        <p:nvSpPr>
          <p:cNvPr id="27" name="Rectangle : avec coin arrondi 26">
            <a:extLst>
              <a:ext uri="{FF2B5EF4-FFF2-40B4-BE49-F238E27FC236}">
                <a16:creationId xmlns:a16="http://schemas.microsoft.com/office/drawing/2014/main" id="{15FEB2EB-63CB-990A-E604-8CCD732EE762}"/>
              </a:ext>
            </a:extLst>
          </p:cNvPr>
          <p:cNvSpPr/>
          <p:nvPr/>
        </p:nvSpPr>
        <p:spPr>
          <a:xfrm>
            <a:off x="3053845" y="5009464"/>
            <a:ext cx="3132851" cy="694257"/>
          </a:xfrm>
          <a:prstGeom prst="round1Rect">
            <a:avLst/>
          </a:prstGeom>
          <a:solidFill>
            <a:schemeClr val="bg1"/>
          </a:solidFill>
          <a:ln w="28575"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Difficulté de centralisation des données</a:t>
            </a:r>
          </a:p>
        </p:txBody>
      </p:sp>
      <p:sp>
        <p:nvSpPr>
          <p:cNvPr id="29" name="Rectangle : avec coin arrondi 28">
            <a:extLst>
              <a:ext uri="{FF2B5EF4-FFF2-40B4-BE49-F238E27FC236}">
                <a16:creationId xmlns:a16="http://schemas.microsoft.com/office/drawing/2014/main" id="{508100BD-E5FF-19D1-23E3-51C539126D8C}"/>
              </a:ext>
            </a:extLst>
          </p:cNvPr>
          <p:cNvSpPr/>
          <p:nvPr/>
        </p:nvSpPr>
        <p:spPr>
          <a:xfrm>
            <a:off x="7673327" y="5026637"/>
            <a:ext cx="3132851" cy="694257"/>
          </a:xfrm>
          <a:prstGeom prst="round1Rect">
            <a:avLst/>
          </a:prstGeom>
          <a:solidFill>
            <a:schemeClr val="bg1"/>
          </a:solidFill>
          <a:ln w="28575"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Retards dans la production des rapports</a:t>
            </a:r>
          </a:p>
        </p:txBody>
      </p:sp>
      <p:sp>
        <p:nvSpPr>
          <p:cNvPr id="31" name="Rectangle : avec coin arrondi 30">
            <a:extLst>
              <a:ext uri="{FF2B5EF4-FFF2-40B4-BE49-F238E27FC236}">
                <a16:creationId xmlns:a16="http://schemas.microsoft.com/office/drawing/2014/main" id="{8BF239C2-17F2-E16F-EB68-D20FD3A655CE}"/>
              </a:ext>
            </a:extLst>
          </p:cNvPr>
          <p:cNvSpPr/>
          <p:nvPr/>
        </p:nvSpPr>
        <p:spPr>
          <a:xfrm>
            <a:off x="7765695" y="1374047"/>
            <a:ext cx="3132851" cy="694257"/>
          </a:xfrm>
          <a:prstGeom prst="round1Rect">
            <a:avLst/>
          </a:prstGeom>
          <a:solidFill>
            <a:schemeClr val="bg1"/>
          </a:solidFill>
          <a:ln w="28575"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Absence de traçabilité fiable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6E494BC-0FFE-006C-E459-59C41CA1D453}"/>
              </a:ext>
            </a:extLst>
          </p:cNvPr>
          <p:cNvSpPr/>
          <p:nvPr/>
        </p:nvSpPr>
        <p:spPr>
          <a:xfrm>
            <a:off x="2853488" y="5946762"/>
            <a:ext cx="6269246" cy="588980"/>
          </a:xfrm>
          <a:prstGeom prst="roundRect">
            <a:avLst/>
          </a:prstGeom>
          <a:noFill/>
          <a:ln w="19050">
            <a:solidFill>
              <a:srgbClr val="005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ED77DEB-D0CA-D47C-A065-CDE46773DA87}"/>
              </a:ext>
            </a:extLst>
          </p:cNvPr>
          <p:cNvSpPr txBox="1"/>
          <p:nvPr/>
        </p:nvSpPr>
        <p:spPr>
          <a:xfrm>
            <a:off x="2871523" y="6078475"/>
            <a:ext cx="666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FAIRE POUR PALIER A TOUT CES MANQUEMENTS ?</a:t>
            </a:r>
            <a:endParaRPr lang="fr-CM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lèche : courbe vers la droite 34">
            <a:extLst>
              <a:ext uri="{FF2B5EF4-FFF2-40B4-BE49-F238E27FC236}">
                <a16:creationId xmlns:a16="http://schemas.microsoft.com/office/drawing/2014/main" id="{CC43E48D-B6E2-04A3-0122-DFB10B199B99}"/>
              </a:ext>
            </a:extLst>
          </p:cNvPr>
          <p:cNvSpPr/>
          <p:nvPr/>
        </p:nvSpPr>
        <p:spPr>
          <a:xfrm>
            <a:off x="3931756" y="1718699"/>
            <a:ext cx="1443348" cy="2119216"/>
          </a:xfrm>
          <a:prstGeom prst="curvedRightArrow">
            <a:avLst>
              <a:gd name="adj1" fmla="val 25000"/>
              <a:gd name="adj2" fmla="val 60368"/>
              <a:gd name="adj3" fmla="val 25000"/>
            </a:avLst>
          </a:prstGeom>
          <a:solidFill>
            <a:srgbClr val="005D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Rectangle : avec coin arrondi 29">
            <a:extLst>
              <a:ext uri="{FF2B5EF4-FFF2-40B4-BE49-F238E27FC236}">
                <a16:creationId xmlns:a16="http://schemas.microsoft.com/office/drawing/2014/main" id="{FF6A9D04-99D9-047A-2E44-E7BFEBF1663F}"/>
              </a:ext>
            </a:extLst>
          </p:cNvPr>
          <p:cNvSpPr/>
          <p:nvPr/>
        </p:nvSpPr>
        <p:spPr>
          <a:xfrm>
            <a:off x="3217607" y="1388750"/>
            <a:ext cx="3132851" cy="694257"/>
          </a:xfrm>
          <a:prstGeom prst="round1Rect">
            <a:avLst/>
          </a:prstGeom>
          <a:solidFill>
            <a:schemeClr val="bg1"/>
          </a:solidFill>
          <a:ln w="28575"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Manque d’archivage numérique</a:t>
            </a:r>
          </a:p>
        </p:txBody>
      </p:sp>
    </p:spTree>
    <p:extLst>
      <p:ext uri="{BB962C8B-B14F-4D97-AF65-F5344CB8AC3E}">
        <p14:creationId xmlns:p14="http://schemas.microsoft.com/office/powerpoint/2010/main" val="1812917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36" grpId="0" animBg="1"/>
      <p:bldP spid="5" grpId="0" animBg="1"/>
      <p:bldP spid="2" grpId="0"/>
      <p:bldP spid="8" grpId="0" animBg="1"/>
      <p:bldP spid="9" grpId="0" animBg="1"/>
      <p:bldP spid="10" grpId="0" animBg="1"/>
      <p:bldP spid="15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3" grpId="0"/>
      <p:bldP spid="35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F30F363-B428-CC75-669B-4566581091E0}"/>
              </a:ext>
            </a:extLst>
          </p:cNvPr>
          <p:cNvSpPr/>
          <p:nvPr/>
        </p:nvSpPr>
        <p:spPr>
          <a:xfrm>
            <a:off x="0" y="-13807"/>
            <a:ext cx="12137326" cy="305628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Forme libre : forme 135">
            <a:extLst>
              <a:ext uri="{FF2B5EF4-FFF2-40B4-BE49-F238E27FC236}">
                <a16:creationId xmlns:a16="http://schemas.microsoft.com/office/drawing/2014/main" id="{02B45BDE-31EB-490F-A614-EDE647CEDD2D}"/>
              </a:ext>
            </a:extLst>
          </p:cNvPr>
          <p:cNvSpPr/>
          <p:nvPr/>
        </p:nvSpPr>
        <p:spPr>
          <a:xfrm>
            <a:off x="5632061" y="2794212"/>
            <a:ext cx="3887446" cy="441298"/>
          </a:xfrm>
          <a:custGeom>
            <a:avLst/>
            <a:gdLst>
              <a:gd name="connsiteX0" fmla="*/ 0 w 3067040"/>
              <a:gd name="connsiteY0" fmla="*/ 0 h 378824"/>
              <a:gd name="connsiteX1" fmla="*/ 3067040 w 3067040"/>
              <a:gd name="connsiteY1" fmla="*/ 0 h 378824"/>
              <a:gd name="connsiteX2" fmla="*/ 3062282 w 3067040"/>
              <a:gd name="connsiteY2" fmla="*/ 47202 h 378824"/>
              <a:gd name="connsiteX3" fmla="*/ 2655395 w 3067040"/>
              <a:gd name="connsiteY3" fmla="*/ 378824 h 378824"/>
              <a:gd name="connsiteX4" fmla="*/ 411645 w 3067040"/>
              <a:gd name="connsiteY4" fmla="*/ 378824 h 378824"/>
              <a:gd name="connsiteX5" fmla="*/ 4758 w 3067040"/>
              <a:gd name="connsiteY5" fmla="*/ 47202 h 378824"/>
              <a:gd name="connsiteX6" fmla="*/ 0 w 3067040"/>
              <a:gd name="connsiteY6" fmla="*/ 0 h 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67040" h="378824">
                <a:moveTo>
                  <a:pt x="0" y="0"/>
                </a:moveTo>
                <a:lnTo>
                  <a:pt x="3067040" y="0"/>
                </a:lnTo>
                <a:lnTo>
                  <a:pt x="3062282" y="47202"/>
                </a:lnTo>
                <a:cubicBezTo>
                  <a:pt x="3023555" y="236458"/>
                  <a:pt x="2856101" y="378824"/>
                  <a:pt x="2655395" y="378824"/>
                </a:cubicBezTo>
                <a:lnTo>
                  <a:pt x="411645" y="378824"/>
                </a:lnTo>
                <a:cubicBezTo>
                  <a:pt x="210939" y="378824"/>
                  <a:pt x="43486" y="236458"/>
                  <a:pt x="4758" y="472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37" name="Forme libre : forme 136">
            <a:extLst>
              <a:ext uri="{FF2B5EF4-FFF2-40B4-BE49-F238E27FC236}">
                <a16:creationId xmlns:a16="http://schemas.microsoft.com/office/drawing/2014/main" id="{B90CEFA8-9D86-462A-BB9B-E6D3957FD638}"/>
              </a:ext>
            </a:extLst>
          </p:cNvPr>
          <p:cNvSpPr/>
          <p:nvPr/>
        </p:nvSpPr>
        <p:spPr>
          <a:xfrm>
            <a:off x="5632061" y="2330187"/>
            <a:ext cx="3891126" cy="519246"/>
          </a:xfrm>
          <a:custGeom>
            <a:avLst/>
            <a:gdLst>
              <a:gd name="connsiteX0" fmla="*/ 415325 w 3074400"/>
              <a:gd name="connsiteY0" fmla="*/ 0 h 451826"/>
              <a:gd name="connsiteX1" fmla="*/ 2659075 w 3074400"/>
              <a:gd name="connsiteY1" fmla="*/ 0 h 451826"/>
              <a:gd name="connsiteX2" fmla="*/ 3074400 w 3074400"/>
              <a:gd name="connsiteY2" fmla="*/ 415325 h 451826"/>
              <a:gd name="connsiteX3" fmla="*/ 3070720 w 3074400"/>
              <a:gd name="connsiteY3" fmla="*/ 451826 h 451826"/>
              <a:gd name="connsiteX4" fmla="*/ 3680 w 3074400"/>
              <a:gd name="connsiteY4" fmla="*/ 451826 h 451826"/>
              <a:gd name="connsiteX5" fmla="*/ 0 w 3074400"/>
              <a:gd name="connsiteY5" fmla="*/ 415325 h 451826"/>
              <a:gd name="connsiteX6" fmla="*/ 415325 w 3074400"/>
              <a:gd name="connsiteY6" fmla="*/ 0 h 45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400" h="451826">
                <a:moveTo>
                  <a:pt x="415325" y="0"/>
                </a:moveTo>
                <a:lnTo>
                  <a:pt x="2659075" y="0"/>
                </a:lnTo>
                <a:cubicBezTo>
                  <a:pt x="2888453" y="0"/>
                  <a:pt x="3074400" y="185947"/>
                  <a:pt x="3074400" y="415325"/>
                </a:cubicBezTo>
                <a:lnTo>
                  <a:pt x="3070720" y="451826"/>
                </a:lnTo>
                <a:lnTo>
                  <a:pt x="3680" y="451826"/>
                </a:lnTo>
                <a:lnTo>
                  <a:pt x="0" y="415325"/>
                </a:lnTo>
                <a:cubicBezTo>
                  <a:pt x="0" y="185947"/>
                  <a:pt x="185947" y="0"/>
                  <a:pt x="41532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3C18FF5-6B4C-40CF-98AF-12F587B27171}"/>
              </a:ext>
            </a:extLst>
          </p:cNvPr>
          <p:cNvSpPr txBox="1"/>
          <p:nvPr/>
        </p:nvSpPr>
        <p:spPr>
          <a:xfrm>
            <a:off x="6781395" y="2599131"/>
            <a:ext cx="307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CAHIER DE CHARGE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Forme libre : forme 141">
            <a:extLst>
              <a:ext uri="{FF2B5EF4-FFF2-40B4-BE49-F238E27FC236}">
                <a16:creationId xmlns:a16="http://schemas.microsoft.com/office/drawing/2014/main" id="{AFD6298F-879F-486A-B56B-7CBB367D3B49}"/>
              </a:ext>
            </a:extLst>
          </p:cNvPr>
          <p:cNvSpPr/>
          <p:nvPr/>
        </p:nvSpPr>
        <p:spPr>
          <a:xfrm>
            <a:off x="5323322" y="5545461"/>
            <a:ext cx="4655627" cy="441298"/>
          </a:xfrm>
          <a:custGeom>
            <a:avLst/>
            <a:gdLst>
              <a:gd name="connsiteX0" fmla="*/ 0 w 3067040"/>
              <a:gd name="connsiteY0" fmla="*/ 0 h 378824"/>
              <a:gd name="connsiteX1" fmla="*/ 3067040 w 3067040"/>
              <a:gd name="connsiteY1" fmla="*/ 0 h 378824"/>
              <a:gd name="connsiteX2" fmla="*/ 3062282 w 3067040"/>
              <a:gd name="connsiteY2" fmla="*/ 47202 h 378824"/>
              <a:gd name="connsiteX3" fmla="*/ 2655395 w 3067040"/>
              <a:gd name="connsiteY3" fmla="*/ 378824 h 378824"/>
              <a:gd name="connsiteX4" fmla="*/ 411645 w 3067040"/>
              <a:gd name="connsiteY4" fmla="*/ 378824 h 378824"/>
              <a:gd name="connsiteX5" fmla="*/ 4758 w 3067040"/>
              <a:gd name="connsiteY5" fmla="*/ 47202 h 378824"/>
              <a:gd name="connsiteX6" fmla="*/ 0 w 3067040"/>
              <a:gd name="connsiteY6" fmla="*/ 0 h 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67040" h="378824">
                <a:moveTo>
                  <a:pt x="0" y="0"/>
                </a:moveTo>
                <a:lnTo>
                  <a:pt x="3067040" y="0"/>
                </a:lnTo>
                <a:lnTo>
                  <a:pt x="3062282" y="47202"/>
                </a:lnTo>
                <a:cubicBezTo>
                  <a:pt x="3023555" y="236458"/>
                  <a:pt x="2856101" y="378824"/>
                  <a:pt x="2655395" y="378824"/>
                </a:cubicBezTo>
                <a:lnTo>
                  <a:pt x="411645" y="378824"/>
                </a:lnTo>
                <a:cubicBezTo>
                  <a:pt x="210939" y="378824"/>
                  <a:pt x="43486" y="236458"/>
                  <a:pt x="4758" y="472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43" name="Forme libre : forme 142">
            <a:extLst>
              <a:ext uri="{FF2B5EF4-FFF2-40B4-BE49-F238E27FC236}">
                <a16:creationId xmlns:a16="http://schemas.microsoft.com/office/drawing/2014/main" id="{41F9D613-E9E1-476A-B7AF-B1A38C7BAC72}"/>
              </a:ext>
            </a:extLst>
          </p:cNvPr>
          <p:cNvSpPr/>
          <p:nvPr/>
        </p:nvSpPr>
        <p:spPr>
          <a:xfrm>
            <a:off x="5323322" y="5081436"/>
            <a:ext cx="4655628" cy="519246"/>
          </a:xfrm>
          <a:custGeom>
            <a:avLst/>
            <a:gdLst>
              <a:gd name="connsiteX0" fmla="*/ 415325 w 3074400"/>
              <a:gd name="connsiteY0" fmla="*/ 0 h 451826"/>
              <a:gd name="connsiteX1" fmla="*/ 2659075 w 3074400"/>
              <a:gd name="connsiteY1" fmla="*/ 0 h 451826"/>
              <a:gd name="connsiteX2" fmla="*/ 3074400 w 3074400"/>
              <a:gd name="connsiteY2" fmla="*/ 415325 h 451826"/>
              <a:gd name="connsiteX3" fmla="*/ 3070720 w 3074400"/>
              <a:gd name="connsiteY3" fmla="*/ 451826 h 451826"/>
              <a:gd name="connsiteX4" fmla="*/ 3680 w 3074400"/>
              <a:gd name="connsiteY4" fmla="*/ 451826 h 451826"/>
              <a:gd name="connsiteX5" fmla="*/ 0 w 3074400"/>
              <a:gd name="connsiteY5" fmla="*/ 415325 h 451826"/>
              <a:gd name="connsiteX6" fmla="*/ 415325 w 3074400"/>
              <a:gd name="connsiteY6" fmla="*/ 0 h 45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400" h="451826">
                <a:moveTo>
                  <a:pt x="415325" y="0"/>
                </a:moveTo>
                <a:lnTo>
                  <a:pt x="2659075" y="0"/>
                </a:lnTo>
                <a:cubicBezTo>
                  <a:pt x="2888453" y="0"/>
                  <a:pt x="3074400" y="185947"/>
                  <a:pt x="3074400" y="415325"/>
                </a:cubicBezTo>
                <a:lnTo>
                  <a:pt x="3070720" y="451826"/>
                </a:lnTo>
                <a:lnTo>
                  <a:pt x="3680" y="451826"/>
                </a:lnTo>
                <a:lnTo>
                  <a:pt x="0" y="415325"/>
                </a:lnTo>
                <a:cubicBezTo>
                  <a:pt x="0" y="185947"/>
                  <a:pt x="185947" y="0"/>
                  <a:pt x="41532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312B2662-DCA3-489F-ACEC-053B445E1172}"/>
              </a:ext>
            </a:extLst>
          </p:cNvPr>
          <p:cNvSpPr txBox="1"/>
          <p:nvPr/>
        </p:nvSpPr>
        <p:spPr>
          <a:xfrm>
            <a:off x="6224057" y="5365736"/>
            <a:ext cx="3631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 D’AUTOMATISATION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Forme libre : forme 138">
            <a:extLst>
              <a:ext uri="{FF2B5EF4-FFF2-40B4-BE49-F238E27FC236}">
                <a16:creationId xmlns:a16="http://schemas.microsoft.com/office/drawing/2014/main" id="{B135B6A1-4F6E-4826-A4DC-2F838B359FBB}"/>
              </a:ext>
            </a:extLst>
          </p:cNvPr>
          <p:cNvSpPr/>
          <p:nvPr/>
        </p:nvSpPr>
        <p:spPr>
          <a:xfrm>
            <a:off x="5790155" y="4320781"/>
            <a:ext cx="4170121" cy="441298"/>
          </a:xfrm>
          <a:custGeom>
            <a:avLst/>
            <a:gdLst>
              <a:gd name="connsiteX0" fmla="*/ 0 w 3067040"/>
              <a:gd name="connsiteY0" fmla="*/ 0 h 378824"/>
              <a:gd name="connsiteX1" fmla="*/ 3067040 w 3067040"/>
              <a:gd name="connsiteY1" fmla="*/ 0 h 378824"/>
              <a:gd name="connsiteX2" fmla="*/ 3062282 w 3067040"/>
              <a:gd name="connsiteY2" fmla="*/ 47202 h 378824"/>
              <a:gd name="connsiteX3" fmla="*/ 2655395 w 3067040"/>
              <a:gd name="connsiteY3" fmla="*/ 378824 h 378824"/>
              <a:gd name="connsiteX4" fmla="*/ 411645 w 3067040"/>
              <a:gd name="connsiteY4" fmla="*/ 378824 h 378824"/>
              <a:gd name="connsiteX5" fmla="*/ 4758 w 3067040"/>
              <a:gd name="connsiteY5" fmla="*/ 47202 h 378824"/>
              <a:gd name="connsiteX6" fmla="*/ 0 w 3067040"/>
              <a:gd name="connsiteY6" fmla="*/ 0 h 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67040" h="378824">
                <a:moveTo>
                  <a:pt x="0" y="0"/>
                </a:moveTo>
                <a:lnTo>
                  <a:pt x="3067040" y="0"/>
                </a:lnTo>
                <a:lnTo>
                  <a:pt x="3062282" y="47202"/>
                </a:lnTo>
                <a:cubicBezTo>
                  <a:pt x="3023555" y="236458"/>
                  <a:pt x="2856101" y="378824"/>
                  <a:pt x="2655395" y="378824"/>
                </a:cubicBezTo>
                <a:lnTo>
                  <a:pt x="411645" y="378824"/>
                </a:lnTo>
                <a:cubicBezTo>
                  <a:pt x="210939" y="378824"/>
                  <a:pt x="43486" y="236458"/>
                  <a:pt x="4758" y="472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40" name="Forme libre : forme 139">
            <a:extLst>
              <a:ext uri="{FF2B5EF4-FFF2-40B4-BE49-F238E27FC236}">
                <a16:creationId xmlns:a16="http://schemas.microsoft.com/office/drawing/2014/main" id="{78E18414-018B-4209-BFBD-82D3B5AEF517}"/>
              </a:ext>
            </a:extLst>
          </p:cNvPr>
          <p:cNvSpPr/>
          <p:nvPr/>
        </p:nvSpPr>
        <p:spPr>
          <a:xfrm>
            <a:off x="5790156" y="3856756"/>
            <a:ext cx="4170122" cy="519246"/>
          </a:xfrm>
          <a:custGeom>
            <a:avLst/>
            <a:gdLst>
              <a:gd name="connsiteX0" fmla="*/ 415325 w 3074400"/>
              <a:gd name="connsiteY0" fmla="*/ 0 h 451826"/>
              <a:gd name="connsiteX1" fmla="*/ 2659075 w 3074400"/>
              <a:gd name="connsiteY1" fmla="*/ 0 h 451826"/>
              <a:gd name="connsiteX2" fmla="*/ 3074400 w 3074400"/>
              <a:gd name="connsiteY2" fmla="*/ 415325 h 451826"/>
              <a:gd name="connsiteX3" fmla="*/ 3070720 w 3074400"/>
              <a:gd name="connsiteY3" fmla="*/ 451826 h 451826"/>
              <a:gd name="connsiteX4" fmla="*/ 3680 w 3074400"/>
              <a:gd name="connsiteY4" fmla="*/ 451826 h 451826"/>
              <a:gd name="connsiteX5" fmla="*/ 0 w 3074400"/>
              <a:gd name="connsiteY5" fmla="*/ 415325 h 451826"/>
              <a:gd name="connsiteX6" fmla="*/ 415325 w 3074400"/>
              <a:gd name="connsiteY6" fmla="*/ 0 h 45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400" h="451826">
                <a:moveTo>
                  <a:pt x="415325" y="0"/>
                </a:moveTo>
                <a:lnTo>
                  <a:pt x="2659075" y="0"/>
                </a:lnTo>
                <a:cubicBezTo>
                  <a:pt x="2888453" y="0"/>
                  <a:pt x="3074400" y="185947"/>
                  <a:pt x="3074400" y="415325"/>
                </a:cubicBezTo>
                <a:lnTo>
                  <a:pt x="3070720" y="451826"/>
                </a:lnTo>
                <a:lnTo>
                  <a:pt x="3680" y="451826"/>
                </a:lnTo>
                <a:lnTo>
                  <a:pt x="0" y="415325"/>
                </a:lnTo>
                <a:cubicBezTo>
                  <a:pt x="0" y="185947"/>
                  <a:pt x="185947" y="0"/>
                  <a:pt x="41532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E274C7F1-7CD5-4405-8B70-84D8AB6ED0C0}"/>
              </a:ext>
            </a:extLst>
          </p:cNvPr>
          <p:cNvSpPr txBox="1"/>
          <p:nvPr/>
        </p:nvSpPr>
        <p:spPr>
          <a:xfrm>
            <a:off x="6684085" y="4112665"/>
            <a:ext cx="329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CRITIQUE DE L’EXISTANT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Forme libre : forme 133">
            <a:extLst>
              <a:ext uri="{FF2B5EF4-FFF2-40B4-BE49-F238E27FC236}">
                <a16:creationId xmlns:a16="http://schemas.microsoft.com/office/drawing/2014/main" id="{EA610C68-E6DD-470A-962A-DE3586946E40}"/>
              </a:ext>
            </a:extLst>
          </p:cNvPr>
          <p:cNvSpPr/>
          <p:nvPr/>
        </p:nvSpPr>
        <p:spPr>
          <a:xfrm>
            <a:off x="4423565" y="1578669"/>
            <a:ext cx="4191200" cy="441298"/>
          </a:xfrm>
          <a:custGeom>
            <a:avLst/>
            <a:gdLst>
              <a:gd name="connsiteX0" fmla="*/ 0 w 3067040"/>
              <a:gd name="connsiteY0" fmla="*/ 0 h 378824"/>
              <a:gd name="connsiteX1" fmla="*/ 3067040 w 3067040"/>
              <a:gd name="connsiteY1" fmla="*/ 0 h 378824"/>
              <a:gd name="connsiteX2" fmla="*/ 3062282 w 3067040"/>
              <a:gd name="connsiteY2" fmla="*/ 47202 h 378824"/>
              <a:gd name="connsiteX3" fmla="*/ 2655395 w 3067040"/>
              <a:gd name="connsiteY3" fmla="*/ 378824 h 378824"/>
              <a:gd name="connsiteX4" fmla="*/ 411645 w 3067040"/>
              <a:gd name="connsiteY4" fmla="*/ 378824 h 378824"/>
              <a:gd name="connsiteX5" fmla="*/ 4758 w 3067040"/>
              <a:gd name="connsiteY5" fmla="*/ 47202 h 378824"/>
              <a:gd name="connsiteX6" fmla="*/ 0 w 3067040"/>
              <a:gd name="connsiteY6" fmla="*/ 0 h 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67040" h="378824">
                <a:moveTo>
                  <a:pt x="0" y="0"/>
                </a:moveTo>
                <a:lnTo>
                  <a:pt x="3067040" y="0"/>
                </a:lnTo>
                <a:lnTo>
                  <a:pt x="3062282" y="47202"/>
                </a:lnTo>
                <a:cubicBezTo>
                  <a:pt x="3023555" y="236458"/>
                  <a:pt x="2856101" y="378824"/>
                  <a:pt x="2655395" y="378824"/>
                </a:cubicBezTo>
                <a:lnTo>
                  <a:pt x="411645" y="378824"/>
                </a:lnTo>
                <a:cubicBezTo>
                  <a:pt x="210939" y="378824"/>
                  <a:pt x="43486" y="236458"/>
                  <a:pt x="4758" y="472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33" name="Forme libre : forme 132">
            <a:extLst>
              <a:ext uri="{FF2B5EF4-FFF2-40B4-BE49-F238E27FC236}">
                <a16:creationId xmlns:a16="http://schemas.microsoft.com/office/drawing/2014/main" id="{27B5EB3B-DDA9-48B0-91B4-A600C883F0D2}"/>
              </a:ext>
            </a:extLst>
          </p:cNvPr>
          <p:cNvSpPr/>
          <p:nvPr/>
        </p:nvSpPr>
        <p:spPr>
          <a:xfrm>
            <a:off x="4423565" y="1114644"/>
            <a:ext cx="4191200" cy="519246"/>
          </a:xfrm>
          <a:custGeom>
            <a:avLst/>
            <a:gdLst>
              <a:gd name="connsiteX0" fmla="*/ 415325 w 3074400"/>
              <a:gd name="connsiteY0" fmla="*/ 0 h 451826"/>
              <a:gd name="connsiteX1" fmla="*/ 2659075 w 3074400"/>
              <a:gd name="connsiteY1" fmla="*/ 0 h 451826"/>
              <a:gd name="connsiteX2" fmla="*/ 3074400 w 3074400"/>
              <a:gd name="connsiteY2" fmla="*/ 415325 h 451826"/>
              <a:gd name="connsiteX3" fmla="*/ 3070720 w 3074400"/>
              <a:gd name="connsiteY3" fmla="*/ 451826 h 451826"/>
              <a:gd name="connsiteX4" fmla="*/ 3680 w 3074400"/>
              <a:gd name="connsiteY4" fmla="*/ 451826 h 451826"/>
              <a:gd name="connsiteX5" fmla="*/ 0 w 3074400"/>
              <a:gd name="connsiteY5" fmla="*/ 415325 h 451826"/>
              <a:gd name="connsiteX6" fmla="*/ 415325 w 3074400"/>
              <a:gd name="connsiteY6" fmla="*/ 0 h 45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400" h="451826">
                <a:moveTo>
                  <a:pt x="415325" y="0"/>
                </a:moveTo>
                <a:lnTo>
                  <a:pt x="2659075" y="0"/>
                </a:lnTo>
                <a:cubicBezTo>
                  <a:pt x="2888453" y="0"/>
                  <a:pt x="3074400" y="185947"/>
                  <a:pt x="3074400" y="415325"/>
                </a:cubicBezTo>
                <a:lnTo>
                  <a:pt x="3070720" y="451826"/>
                </a:lnTo>
                <a:lnTo>
                  <a:pt x="3680" y="451826"/>
                </a:lnTo>
                <a:lnTo>
                  <a:pt x="0" y="415325"/>
                </a:lnTo>
                <a:cubicBezTo>
                  <a:pt x="0" y="185947"/>
                  <a:pt x="185947" y="0"/>
                  <a:pt x="41532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7752C50F-918B-4BDD-9484-F3EEB63D7D17}"/>
              </a:ext>
            </a:extLst>
          </p:cNvPr>
          <p:cNvSpPr txBox="1"/>
          <p:nvPr/>
        </p:nvSpPr>
        <p:spPr>
          <a:xfrm>
            <a:off x="5324299" y="1360932"/>
            <a:ext cx="329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L’ETUDE D’OPPORTUNITE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53F4DC74-750D-437F-B57B-CA3D0434EC19}"/>
              </a:ext>
            </a:extLst>
          </p:cNvPr>
          <p:cNvSpPr/>
          <p:nvPr/>
        </p:nvSpPr>
        <p:spPr>
          <a:xfrm>
            <a:off x="-1518196" y="1939367"/>
            <a:ext cx="4036754" cy="3777672"/>
          </a:xfrm>
          <a:prstGeom prst="arc">
            <a:avLst>
              <a:gd name="adj1" fmla="val 16023859"/>
              <a:gd name="adj2" fmla="val 5673708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7E6D2028-C01C-4D94-9E0F-D510CD3BAE71}"/>
              </a:ext>
            </a:extLst>
          </p:cNvPr>
          <p:cNvGrpSpPr/>
          <p:nvPr/>
        </p:nvGrpSpPr>
        <p:grpSpPr>
          <a:xfrm rot="20742501">
            <a:off x="3621412" y="1163734"/>
            <a:ext cx="1813361" cy="2332904"/>
            <a:chOff x="4314880" y="915506"/>
            <a:chExt cx="1813361" cy="2332904"/>
          </a:xfrm>
        </p:grpSpPr>
        <p:sp>
          <p:nvSpPr>
            <p:cNvPr id="100" name="Forme libre : forme 99">
              <a:extLst>
                <a:ext uri="{FF2B5EF4-FFF2-40B4-BE49-F238E27FC236}">
                  <a16:creationId xmlns:a16="http://schemas.microsoft.com/office/drawing/2014/main" id="{8D2251BA-3419-42B5-80BA-406939E7E5F3}"/>
                </a:ext>
              </a:extLst>
            </p:cNvPr>
            <p:cNvSpPr/>
            <p:nvPr/>
          </p:nvSpPr>
          <p:spPr>
            <a:xfrm rot="18876340">
              <a:off x="3809484" y="1790617"/>
              <a:ext cx="1963189" cy="952398"/>
            </a:xfrm>
            <a:custGeom>
              <a:avLst/>
              <a:gdLst>
                <a:gd name="connsiteX0" fmla="*/ 0 w 3240000"/>
                <a:gd name="connsiteY0" fmla="*/ 0 h 1031597"/>
                <a:gd name="connsiteX1" fmla="*/ 92650 w 3240000"/>
                <a:gd name="connsiteY1" fmla="*/ 42475 h 1031597"/>
                <a:gd name="connsiteX2" fmla="*/ 1620000 w 3240000"/>
                <a:gd name="connsiteY2" fmla="*/ 306079 h 1031597"/>
                <a:gd name="connsiteX3" fmla="*/ 3147351 w 3240000"/>
                <a:gd name="connsiteY3" fmla="*/ 42475 h 1031597"/>
                <a:gd name="connsiteX4" fmla="*/ 3240000 w 3240000"/>
                <a:gd name="connsiteY4" fmla="*/ 0 h 1031597"/>
                <a:gd name="connsiteX5" fmla="*/ 3240000 w 3240000"/>
                <a:gd name="connsiteY5" fmla="*/ 6889 h 1031597"/>
                <a:gd name="connsiteX6" fmla="*/ 3226216 w 3240000"/>
                <a:gd name="connsiteY6" fmla="*/ 10921 h 1031597"/>
                <a:gd name="connsiteX7" fmla="*/ 2864859 w 3240000"/>
                <a:gd name="connsiteY7" fmla="*/ 524590 h 1031597"/>
                <a:gd name="connsiteX8" fmla="*/ 3125715 w 3240000"/>
                <a:gd name="connsiteY8" fmla="*/ 986860 h 1031597"/>
                <a:gd name="connsiteX9" fmla="*/ 3213189 w 3240000"/>
                <a:gd name="connsiteY9" fmla="*/ 1031597 h 1031597"/>
                <a:gd name="connsiteX10" fmla="*/ 3182397 w 3240000"/>
                <a:gd name="connsiteY10" fmla="*/ 1031597 h 1031597"/>
                <a:gd name="connsiteX11" fmla="*/ 3147351 w 3240000"/>
                <a:gd name="connsiteY11" fmla="*/ 1015530 h 1031597"/>
                <a:gd name="connsiteX12" fmla="*/ 1620000 w 3240000"/>
                <a:gd name="connsiteY12" fmla="*/ 751926 h 1031597"/>
                <a:gd name="connsiteX13" fmla="*/ 92650 w 3240000"/>
                <a:gd name="connsiteY13" fmla="*/ 1015530 h 1031597"/>
                <a:gd name="connsiteX14" fmla="*/ 57603 w 3240000"/>
                <a:gd name="connsiteY14" fmla="*/ 1031597 h 1031597"/>
                <a:gd name="connsiteX15" fmla="*/ 0 w 3240000"/>
                <a:gd name="connsiteY15" fmla="*/ 1031597 h 103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40000" h="1031597">
                  <a:moveTo>
                    <a:pt x="0" y="0"/>
                  </a:moveTo>
                  <a:lnTo>
                    <a:pt x="92650" y="42475"/>
                  </a:lnTo>
                  <a:cubicBezTo>
                    <a:pt x="483533" y="205343"/>
                    <a:pt x="1023533" y="306079"/>
                    <a:pt x="1620000" y="306079"/>
                  </a:cubicBezTo>
                  <a:cubicBezTo>
                    <a:pt x="2216468" y="306079"/>
                    <a:pt x="2756468" y="205343"/>
                    <a:pt x="3147351" y="42475"/>
                  </a:cubicBezTo>
                  <a:lnTo>
                    <a:pt x="3240000" y="0"/>
                  </a:lnTo>
                  <a:lnTo>
                    <a:pt x="3240000" y="6889"/>
                  </a:lnTo>
                  <a:lnTo>
                    <a:pt x="3226216" y="10921"/>
                  </a:lnTo>
                  <a:cubicBezTo>
                    <a:pt x="3013862" y="95551"/>
                    <a:pt x="2864859" y="293675"/>
                    <a:pt x="2864859" y="524590"/>
                  </a:cubicBezTo>
                  <a:cubicBezTo>
                    <a:pt x="2864859" y="717019"/>
                    <a:pt x="2968333" y="886677"/>
                    <a:pt x="3125715" y="986860"/>
                  </a:cubicBezTo>
                  <a:lnTo>
                    <a:pt x="3213189" y="1031597"/>
                  </a:lnTo>
                  <a:lnTo>
                    <a:pt x="3182397" y="1031597"/>
                  </a:lnTo>
                  <a:lnTo>
                    <a:pt x="3147351" y="1015530"/>
                  </a:lnTo>
                  <a:cubicBezTo>
                    <a:pt x="2756468" y="852662"/>
                    <a:pt x="2216468" y="751926"/>
                    <a:pt x="1620000" y="751926"/>
                  </a:cubicBezTo>
                  <a:cubicBezTo>
                    <a:pt x="1023533" y="751926"/>
                    <a:pt x="483533" y="852662"/>
                    <a:pt x="92650" y="1015530"/>
                  </a:cubicBezTo>
                  <a:lnTo>
                    <a:pt x="57603" y="1031597"/>
                  </a:lnTo>
                  <a:lnTo>
                    <a:pt x="0" y="1031597"/>
                  </a:lnTo>
                  <a:close/>
                </a:path>
              </a:pathLst>
            </a:custGeom>
            <a:gradFill flip="none" rotWithShape="1">
              <a:gsLst>
                <a:gs pos="31000">
                  <a:srgbClr val="05BCFE"/>
                </a:gs>
                <a:gs pos="82000">
                  <a:srgbClr val="00B0F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M" dirty="0"/>
            </a:p>
          </p:txBody>
        </p:sp>
        <p:sp>
          <p:nvSpPr>
            <p:cNvPr id="102" name="Organigramme : Connecteur 101">
              <a:extLst>
                <a:ext uri="{FF2B5EF4-FFF2-40B4-BE49-F238E27FC236}">
                  <a16:creationId xmlns:a16="http://schemas.microsoft.com/office/drawing/2014/main" id="{EDFA9CFB-6857-48A6-A947-CF68775C3845}"/>
                </a:ext>
              </a:extLst>
            </p:cNvPr>
            <p:cNvSpPr/>
            <p:nvPr/>
          </p:nvSpPr>
          <p:spPr>
            <a:xfrm>
              <a:off x="5097384" y="915507"/>
              <a:ext cx="1030856" cy="1026735"/>
            </a:xfrm>
            <a:prstGeom prst="flowChartConnec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2E1F5153-7DD9-4469-938E-1588048F8E31}"/>
              </a:ext>
            </a:extLst>
          </p:cNvPr>
          <p:cNvGrpSpPr/>
          <p:nvPr/>
        </p:nvGrpSpPr>
        <p:grpSpPr>
          <a:xfrm rot="4640304">
            <a:off x="4083307" y="4059044"/>
            <a:ext cx="1813360" cy="2332903"/>
            <a:chOff x="4314880" y="915507"/>
            <a:chExt cx="1813360" cy="2332903"/>
          </a:xfrm>
        </p:grpSpPr>
        <p:sp>
          <p:nvSpPr>
            <p:cNvPr id="109" name="Forme libre : forme 108">
              <a:extLst>
                <a:ext uri="{FF2B5EF4-FFF2-40B4-BE49-F238E27FC236}">
                  <a16:creationId xmlns:a16="http://schemas.microsoft.com/office/drawing/2014/main" id="{098D73EF-417C-4054-B2C9-ED5040F36D13}"/>
                </a:ext>
              </a:extLst>
            </p:cNvPr>
            <p:cNvSpPr/>
            <p:nvPr/>
          </p:nvSpPr>
          <p:spPr>
            <a:xfrm rot="18876340">
              <a:off x="3809484" y="1790617"/>
              <a:ext cx="1963189" cy="952398"/>
            </a:xfrm>
            <a:custGeom>
              <a:avLst/>
              <a:gdLst>
                <a:gd name="connsiteX0" fmla="*/ 0 w 3240000"/>
                <a:gd name="connsiteY0" fmla="*/ 0 h 1031597"/>
                <a:gd name="connsiteX1" fmla="*/ 92650 w 3240000"/>
                <a:gd name="connsiteY1" fmla="*/ 42475 h 1031597"/>
                <a:gd name="connsiteX2" fmla="*/ 1620000 w 3240000"/>
                <a:gd name="connsiteY2" fmla="*/ 306079 h 1031597"/>
                <a:gd name="connsiteX3" fmla="*/ 3147351 w 3240000"/>
                <a:gd name="connsiteY3" fmla="*/ 42475 h 1031597"/>
                <a:gd name="connsiteX4" fmla="*/ 3240000 w 3240000"/>
                <a:gd name="connsiteY4" fmla="*/ 0 h 1031597"/>
                <a:gd name="connsiteX5" fmla="*/ 3240000 w 3240000"/>
                <a:gd name="connsiteY5" fmla="*/ 6889 h 1031597"/>
                <a:gd name="connsiteX6" fmla="*/ 3226216 w 3240000"/>
                <a:gd name="connsiteY6" fmla="*/ 10921 h 1031597"/>
                <a:gd name="connsiteX7" fmla="*/ 2864859 w 3240000"/>
                <a:gd name="connsiteY7" fmla="*/ 524590 h 1031597"/>
                <a:gd name="connsiteX8" fmla="*/ 3125715 w 3240000"/>
                <a:gd name="connsiteY8" fmla="*/ 986860 h 1031597"/>
                <a:gd name="connsiteX9" fmla="*/ 3213189 w 3240000"/>
                <a:gd name="connsiteY9" fmla="*/ 1031597 h 1031597"/>
                <a:gd name="connsiteX10" fmla="*/ 3182397 w 3240000"/>
                <a:gd name="connsiteY10" fmla="*/ 1031597 h 1031597"/>
                <a:gd name="connsiteX11" fmla="*/ 3147351 w 3240000"/>
                <a:gd name="connsiteY11" fmla="*/ 1015530 h 1031597"/>
                <a:gd name="connsiteX12" fmla="*/ 1620000 w 3240000"/>
                <a:gd name="connsiteY12" fmla="*/ 751926 h 1031597"/>
                <a:gd name="connsiteX13" fmla="*/ 92650 w 3240000"/>
                <a:gd name="connsiteY13" fmla="*/ 1015530 h 1031597"/>
                <a:gd name="connsiteX14" fmla="*/ 57603 w 3240000"/>
                <a:gd name="connsiteY14" fmla="*/ 1031597 h 1031597"/>
                <a:gd name="connsiteX15" fmla="*/ 0 w 3240000"/>
                <a:gd name="connsiteY15" fmla="*/ 1031597 h 103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40000" h="1031597">
                  <a:moveTo>
                    <a:pt x="0" y="0"/>
                  </a:moveTo>
                  <a:lnTo>
                    <a:pt x="92650" y="42475"/>
                  </a:lnTo>
                  <a:cubicBezTo>
                    <a:pt x="483533" y="205343"/>
                    <a:pt x="1023533" y="306079"/>
                    <a:pt x="1620000" y="306079"/>
                  </a:cubicBezTo>
                  <a:cubicBezTo>
                    <a:pt x="2216468" y="306079"/>
                    <a:pt x="2756468" y="205343"/>
                    <a:pt x="3147351" y="42475"/>
                  </a:cubicBezTo>
                  <a:lnTo>
                    <a:pt x="3240000" y="0"/>
                  </a:lnTo>
                  <a:lnTo>
                    <a:pt x="3240000" y="6889"/>
                  </a:lnTo>
                  <a:lnTo>
                    <a:pt x="3226216" y="10921"/>
                  </a:lnTo>
                  <a:cubicBezTo>
                    <a:pt x="3013862" y="95551"/>
                    <a:pt x="2864859" y="293675"/>
                    <a:pt x="2864859" y="524590"/>
                  </a:cubicBezTo>
                  <a:cubicBezTo>
                    <a:pt x="2864859" y="717019"/>
                    <a:pt x="2968333" y="886677"/>
                    <a:pt x="3125715" y="986860"/>
                  </a:cubicBezTo>
                  <a:lnTo>
                    <a:pt x="3213189" y="1031597"/>
                  </a:lnTo>
                  <a:lnTo>
                    <a:pt x="3182397" y="1031597"/>
                  </a:lnTo>
                  <a:lnTo>
                    <a:pt x="3147351" y="1015530"/>
                  </a:lnTo>
                  <a:cubicBezTo>
                    <a:pt x="2756468" y="852662"/>
                    <a:pt x="2216468" y="751926"/>
                    <a:pt x="1620000" y="751926"/>
                  </a:cubicBezTo>
                  <a:cubicBezTo>
                    <a:pt x="1023533" y="751926"/>
                    <a:pt x="483533" y="852662"/>
                    <a:pt x="92650" y="1015530"/>
                  </a:cubicBezTo>
                  <a:lnTo>
                    <a:pt x="57603" y="1031597"/>
                  </a:lnTo>
                  <a:lnTo>
                    <a:pt x="0" y="1031597"/>
                  </a:lnTo>
                  <a:close/>
                </a:path>
              </a:pathLst>
            </a:custGeom>
            <a:gradFill>
              <a:gsLst>
                <a:gs pos="31000">
                  <a:srgbClr val="00B050"/>
                </a:gs>
                <a:gs pos="82000">
                  <a:srgbClr val="00B05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M" dirty="0"/>
            </a:p>
          </p:txBody>
        </p:sp>
        <p:sp>
          <p:nvSpPr>
            <p:cNvPr id="110" name="Organigramme : Connecteur 109">
              <a:extLst>
                <a:ext uri="{FF2B5EF4-FFF2-40B4-BE49-F238E27FC236}">
                  <a16:creationId xmlns:a16="http://schemas.microsoft.com/office/drawing/2014/main" id="{08E00824-F588-4DA4-A065-C07109C151AB}"/>
                </a:ext>
              </a:extLst>
            </p:cNvPr>
            <p:cNvSpPr/>
            <p:nvPr/>
          </p:nvSpPr>
          <p:spPr>
            <a:xfrm>
              <a:off x="5097384" y="915507"/>
              <a:ext cx="1030856" cy="1026735"/>
            </a:xfrm>
            <a:prstGeom prst="flowChartConnec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grpSp>
        <p:nvGrpSpPr>
          <p:cNvPr id="111" name="Groupe 110">
            <a:extLst>
              <a:ext uri="{FF2B5EF4-FFF2-40B4-BE49-F238E27FC236}">
                <a16:creationId xmlns:a16="http://schemas.microsoft.com/office/drawing/2014/main" id="{B311FD9C-07DD-490D-955F-B7B3A36F3DAC}"/>
              </a:ext>
            </a:extLst>
          </p:cNvPr>
          <p:cNvGrpSpPr/>
          <p:nvPr/>
        </p:nvGrpSpPr>
        <p:grpSpPr>
          <a:xfrm rot="3359999">
            <a:off x="4554408" y="3178675"/>
            <a:ext cx="1813360" cy="2332903"/>
            <a:chOff x="4314880" y="915507"/>
            <a:chExt cx="1813360" cy="2332903"/>
          </a:xfrm>
        </p:grpSpPr>
        <p:sp>
          <p:nvSpPr>
            <p:cNvPr id="112" name="Forme libre : forme 111">
              <a:extLst>
                <a:ext uri="{FF2B5EF4-FFF2-40B4-BE49-F238E27FC236}">
                  <a16:creationId xmlns:a16="http://schemas.microsoft.com/office/drawing/2014/main" id="{2F83FC10-C70E-42AC-A49D-4F0F30E6C303}"/>
                </a:ext>
              </a:extLst>
            </p:cNvPr>
            <p:cNvSpPr/>
            <p:nvPr/>
          </p:nvSpPr>
          <p:spPr>
            <a:xfrm rot="18876340">
              <a:off x="3809484" y="1790617"/>
              <a:ext cx="1963189" cy="952398"/>
            </a:xfrm>
            <a:custGeom>
              <a:avLst/>
              <a:gdLst>
                <a:gd name="connsiteX0" fmla="*/ 0 w 3240000"/>
                <a:gd name="connsiteY0" fmla="*/ 0 h 1031597"/>
                <a:gd name="connsiteX1" fmla="*/ 92650 w 3240000"/>
                <a:gd name="connsiteY1" fmla="*/ 42475 h 1031597"/>
                <a:gd name="connsiteX2" fmla="*/ 1620000 w 3240000"/>
                <a:gd name="connsiteY2" fmla="*/ 306079 h 1031597"/>
                <a:gd name="connsiteX3" fmla="*/ 3147351 w 3240000"/>
                <a:gd name="connsiteY3" fmla="*/ 42475 h 1031597"/>
                <a:gd name="connsiteX4" fmla="*/ 3240000 w 3240000"/>
                <a:gd name="connsiteY4" fmla="*/ 0 h 1031597"/>
                <a:gd name="connsiteX5" fmla="*/ 3240000 w 3240000"/>
                <a:gd name="connsiteY5" fmla="*/ 6889 h 1031597"/>
                <a:gd name="connsiteX6" fmla="*/ 3226216 w 3240000"/>
                <a:gd name="connsiteY6" fmla="*/ 10921 h 1031597"/>
                <a:gd name="connsiteX7" fmla="*/ 2864859 w 3240000"/>
                <a:gd name="connsiteY7" fmla="*/ 524590 h 1031597"/>
                <a:gd name="connsiteX8" fmla="*/ 3125715 w 3240000"/>
                <a:gd name="connsiteY8" fmla="*/ 986860 h 1031597"/>
                <a:gd name="connsiteX9" fmla="*/ 3213189 w 3240000"/>
                <a:gd name="connsiteY9" fmla="*/ 1031597 h 1031597"/>
                <a:gd name="connsiteX10" fmla="*/ 3182397 w 3240000"/>
                <a:gd name="connsiteY10" fmla="*/ 1031597 h 1031597"/>
                <a:gd name="connsiteX11" fmla="*/ 3147351 w 3240000"/>
                <a:gd name="connsiteY11" fmla="*/ 1015530 h 1031597"/>
                <a:gd name="connsiteX12" fmla="*/ 1620000 w 3240000"/>
                <a:gd name="connsiteY12" fmla="*/ 751926 h 1031597"/>
                <a:gd name="connsiteX13" fmla="*/ 92650 w 3240000"/>
                <a:gd name="connsiteY13" fmla="*/ 1015530 h 1031597"/>
                <a:gd name="connsiteX14" fmla="*/ 57603 w 3240000"/>
                <a:gd name="connsiteY14" fmla="*/ 1031597 h 1031597"/>
                <a:gd name="connsiteX15" fmla="*/ 0 w 3240000"/>
                <a:gd name="connsiteY15" fmla="*/ 1031597 h 103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40000" h="1031597">
                  <a:moveTo>
                    <a:pt x="0" y="0"/>
                  </a:moveTo>
                  <a:lnTo>
                    <a:pt x="92650" y="42475"/>
                  </a:lnTo>
                  <a:cubicBezTo>
                    <a:pt x="483533" y="205343"/>
                    <a:pt x="1023533" y="306079"/>
                    <a:pt x="1620000" y="306079"/>
                  </a:cubicBezTo>
                  <a:cubicBezTo>
                    <a:pt x="2216468" y="306079"/>
                    <a:pt x="2756468" y="205343"/>
                    <a:pt x="3147351" y="42475"/>
                  </a:cubicBezTo>
                  <a:lnTo>
                    <a:pt x="3240000" y="0"/>
                  </a:lnTo>
                  <a:lnTo>
                    <a:pt x="3240000" y="6889"/>
                  </a:lnTo>
                  <a:lnTo>
                    <a:pt x="3226216" y="10921"/>
                  </a:lnTo>
                  <a:cubicBezTo>
                    <a:pt x="3013862" y="95551"/>
                    <a:pt x="2864859" y="293675"/>
                    <a:pt x="2864859" y="524590"/>
                  </a:cubicBezTo>
                  <a:cubicBezTo>
                    <a:pt x="2864859" y="717019"/>
                    <a:pt x="2968333" y="886677"/>
                    <a:pt x="3125715" y="986860"/>
                  </a:cubicBezTo>
                  <a:lnTo>
                    <a:pt x="3213189" y="1031597"/>
                  </a:lnTo>
                  <a:lnTo>
                    <a:pt x="3182397" y="1031597"/>
                  </a:lnTo>
                  <a:lnTo>
                    <a:pt x="3147351" y="1015530"/>
                  </a:lnTo>
                  <a:cubicBezTo>
                    <a:pt x="2756468" y="852662"/>
                    <a:pt x="2216468" y="751926"/>
                    <a:pt x="1620000" y="751926"/>
                  </a:cubicBezTo>
                  <a:cubicBezTo>
                    <a:pt x="1023533" y="751926"/>
                    <a:pt x="483533" y="852662"/>
                    <a:pt x="92650" y="1015530"/>
                  </a:cubicBezTo>
                  <a:lnTo>
                    <a:pt x="57603" y="1031597"/>
                  </a:lnTo>
                  <a:lnTo>
                    <a:pt x="0" y="1031597"/>
                  </a:lnTo>
                  <a:close/>
                </a:path>
              </a:pathLst>
            </a:custGeom>
            <a:gradFill>
              <a:gsLst>
                <a:gs pos="31000">
                  <a:srgbClr val="FF0000"/>
                </a:gs>
                <a:gs pos="82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M" dirty="0"/>
            </a:p>
          </p:txBody>
        </p:sp>
        <p:sp>
          <p:nvSpPr>
            <p:cNvPr id="113" name="Organigramme : Connecteur 112">
              <a:extLst>
                <a:ext uri="{FF2B5EF4-FFF2-40B4-BE49-F238E27FC236}">
                  <a16:creationId xmlns:a16="http://schemas.microsoft.com/office/drawing/2014/main" id="{5E8E19D7-EBA4-4DD5-A37B-40417C90181F}"/>
                </a:ext>
              </a:extLst>
            </p:cNvPr>
            <p:cNvSpPr/>
            <p:nvPr/>
          </p:nvSpPr>
          <p:spPr>
            <a:xfrm>
              <a:off x="5097384" y="915507"/>
              <a:ext cx="1030856" cy="1026735"/>
            </a:xfrm>
            <a:prstGeom prst="flowChartConnec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D063C6EB-9FFC-406E-89F3-DAA3BFCDC9B9}"/>
              </a:ext>
            </a:extLst>
          </p:cNvPr>
          <p:cNvGrpSpPr/>
          <p:nvPr/>
        </p:nvGrpSpPr>
        <p:grpSpPr>
          <a:xfrm rot="1411124">
            <a:off x="4515283" y="2044615"/>
            <a:ext cx="1813360" cy="2332903"/>
            <a:chOff x="4314880" y="915507"/>
            <a:chExt cx="1813360" cy="2332903"/>
          </a:xfrm>
        </p:grpSpPr>
        <p:sp>
          <p:nvSpPr>
            <p:cNvPr id="115" name="Forme libre : forme 114">
              <a:extLst>
                <a:ext uri="{FF2B5EF4-FFF2-40B4-BE49-F238E27FC236}">
                  <a16:creationId xmlns:a16="http://schemas.microsoft.com/office/drawing/2014/main" id="{FB171162-9D70-450A-9EB9-23086957DD62}"/>
                </a:ext>
              </a:extLst>
            </p:cNvPr>
            <p:cNvSpPr/>
            <p:nvPr/>
          </p:nvSpPr>
          <p:spPr>
            <a:xfrm rot="18876340">
              <a:off x="3809484" y="1790617"/>
              <a:ext cx="1963189" cy="952398"/>
            </a:xfrm>
            <a:custGeom>
              <a:avLst/>
              <a:gdLst>
                <a:gd name="connsiteX0" fmla="*/ 0 w 3240000"/>
                <a:gd name="connsiteY0" fmla="*/ 0 h 1031597"/>
                <a:gd name="connsiteX1" fmla="*/ 92650 w 3240000"/>
                <a:gd name="connsiteY1" fmla="*/ 42475 h 1031597"/>
                <a:gd name="connsiteX2" fmla="*/ 1620000 w 3240000"/>
                <a:gd name="connsiteY2" fmla="*/ 306079 h 1031597"/>
                <a:gd name="connsiteX3" fmla="*/ 3147351 w 3240000"/>
                <a:gd name="connsiteY3" fmla="*/ 42475 h 1031597"/>
                <a:gd name="connsiteX4" fmla="*/ 3240000 w 3240000"/>
                <a:gd name="connsiteY4" fmla="*/ 0 h 1031597"/>
                <a:gd name="connsiteX5" fmla="*/ 3240000 w 3240000"/>
                <a:gd name="connsiteY5" fmla="*/ 6889 h 1031597"/>
                <a:gd name="connsiteX6" fmla="*/ 3226216 w 3240000"/>
                <a:gd name="connsiteY6" fmla="*/ 10921 h 1031597"/>
                <a:gd name="connsiteX7" fmla="*/ 2864859 w 3240000"/>
                <a:gd name="connsiteY7" fmla="*/ 524590 h 1031597"/>
                <a:gd name="connsiteX8" fmla="*/ 3125715 w 3240000"/>
                <a:gd name="connsiteY8" fmla="*/ 986860 h 1031597"/>
                <a:gd name="connsiteX9" fmla="*/ 3213189 w 3240000"/>
                <a:gd name="connsiteY9" fmla="*/ 1031597 h 1031597"/>
                <a:gd name="connsiteX10" fmla="*/ 3182397 w 3240000"/>
                <a:gd name="connsiteY10" fmla="*/ 1031597 h 1031597"/>
                <a:gd name="connsiteX11" fmla="*/ 3147351 w 3240000"/>
                <a:gd name="connsiteY11" fmla="*/ 1015530 h 1031597"/>
                <a:gd name="connsiteX12" fmla="*/ 1620000 w 3240000"/>
                <a:gd name="connsiteY12" fmla="*/ 751926 h 1031597"/>
                <a:gd name="connsiteX13" fmla="*/ 92650 w 3240000"/>
                <a:gd name="connsiteY13" fmla="*/ 1015530 h 1031597"/>
                <a:gd name="connsiteX14" fmla="*/ 57603 w 3240000"/>
                <a:gd name="connsiteY14" fmla="*/ 1031597 h 1031597"/>
                <a:gd name="connsiteX15" fmla="*/ 0 w 3240000"/>
                <a:gd name="connsiteY15" fmla="*/ 1031597 h 103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40000" h="1031597">
                  <a:moveTo>
                    <a:pt x="0" y="0"/>
                  </a:moveTo>
                  <a:lnTo>
                    <a:pt x="92650" y="42475"/>
                  </a:lnTo>
                  <a:cubicBezTo>
                    <a:pt x="483533" y="205343"/>
                    <a:pt x="1023533" y="306079"/>
                    <a:pt x="1620000" y="306079"/>
                  </a:cubicBezTo>
                  <a:cubicBezTo>
                    <a:pt x="2216468" y="306079"/>
                    <a:pt x="2756468" y="205343"/>
                    <a:pt x="3147351" y="42475"/>
                  </a:cubicBezTo>
                  <a:lnTo>
                    <a:pt x="3240000" y="0"/>
                  </a:lnTo>
                  <a:lnTo>
                    <a:pt x="3240000" y="6889"/>
                  </a:lnTo>
                  <a:lnTo>
                    <a:pt x="3226216" y="10921"/>
                  </a:lnTo>
                  <a:cubicBezTo>
                    <a:pt x="3013862" y="95551"/>
                    <a:pt x="2864859" y="293675"/>
                    <a:pt x="2864859" y="524590"/>
                  </a:cubicBezTo>
                  <a:cubicBezTo>
                    <a:pt x="2864859" y="717019"/>
                    <a:pt x="2968333" y="886677"/>
                    <a:pt x="3125715" y="986860"/>
                  </a:cubicBezTo>
                  <a:lnTo>
                    <a:pt x="3213189" y="1031597"/>
                  </a:lnTo>
                  <a:lnTo>
                    <a:pt x="3182397" y="1031597"/>
                  </a:lnTo>
                  <a:lnTo>
                    <a:pt x="3147351" y="1015530"/>
                  </a:lnTo>
                  <a:cubicBezTo>
                    <a:pt x="2756468" y="852662"/>
                    <a:pt x="2216468" y="751926"/>
                    <a:pt x="1620000" y="751926"/>
                  </a:cubicBezTo>
                  <a:cubicBezTo>
                    <a:pt x="1023533" y="751926"/>
                    <a:pt x="483533" y="852662"/>
                    <a:pt x="92650" y="1015530"/>
                  </a:cubicBezTo>
                  <a:lnTo>
                    <a:pt x="57603" y="1031597"/>
                  </a:lnTo>
                  <a:lnTo>
                    <a:pt x="0" y="1031597"/>
                  </a:lnTo>
                  <a:close/>
                </a:path>
              </a:pathLst>
            </a:custGeom>
            <a:gradFill>
              <a:gsLst>
                <a:gs pos="31000">
                  <a:srgbClr val="FC8C34"/>
                </a:gs>
                <a:gs pos="82000">
                  <a:srgbClr val="FC8C34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M" dirty="0"/>
            </a:p>
          </p:txBody>
        </p:sp>
        <p:sp>
          <p:nvSpPr>
            <p:cNvPr id="116" name="Organigramme : Connecteur 115">
              <a:extLst>
                <a:ext uri="{FF2B5EF4-FFF2-40B4-BE49-F238E27FC236}">
                  <a16:creationId xmlns:a16="http://schemas.microsoft.com/office/drawing/2014/main" id="{7550C124-34A3-43ED-B05C-DBF551E158C7}"/>
                </a:ext>
              </a:extLst>
            </p:cNvPr>
            <p:cNvSpPr/>
            <p:nvPr/>
          </p:nvSpPr>
          <p:spPr>
            <a:xfrm>
              <a:off x="5097384" y="915507"/>
              <a:ext cx="1030856" cy="1026735"/>
            </a:xfrm>
            <a:prstGeom prst="flowChartConnec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sp>
        <p:nvSpPr>
          <p:cNvPr id="101" name="Organigramme : Connecteur 100">
            <a:extLst>
              <a:ext uri="{FF2B5EF4-FFF2-40B4-BE49-F238E27FC236}">
                <a16:creationId xmlns:a16="http://schemas.microsoft.com/office/drawing/2014/main" id="{C870B094-AE6D-4232-90A4-8FAC0A66550E}"/>
              </a:ext>
            </a:extLst>
          </p:cNvPr>
          <p:cNvSpPr/>
          <p:nvPr/>
        </p:nvSpPr>
        <p:spPr>
          <a:xfrm>
            <a:off x="2828188" y="2798423"/>
            <a:ext cx="2160000" cy="2160000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17" name="Organigramme : Connecteur 116">
            <a:extLst>
              <a:ext uri="{FF2B5EF4-FFF2-40B4-BE49-F238E27FC236}">
                <a16:creationId xmlns:a16="http://schemas.microsoft.com/office/drawing/2014/main" id="{31CAE0C2-9709-49C8-8033-E24ADDBF8410}"/>
              </a:ext>
            </a:extLst>
          </p:cNvPr>
          <p:cNvSpPr/>
          <p:nvPr/>
        </p:nvSpPr>
        <p:spPr>
          <a:xfrm>
            <a:off x="4418331" y="1219367"/>
            <a:ext cx="720000" cy="720000"/>
          </a:xfrm>
          <a:prstGeom prst="flowChartConnector">
            <a:avLst/>
          </a:prstGeom>
          <a:solidFill>
            <a:srgbClr val="00B0F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18" name="Organigramme : Connecteur 117">
            <a:extLst>
              <a:ext uri="{FF2B5EF4-FFF2-40B4-BE49-F238E27FC236}">
                <a16:creationId xmlns:a16="http://schemas.microsoft.com/office/drawing/2014/main" id="{CD2F4D25-8293-45C8-BDFE-68A39BEADB85}"/>
              </a:ext>
            </a:extLst>
          </p:cNvPr>
          <p:cNvSpPr/>
          <p:nvPr/>
        </p:nvSpPr>
        <p:spPr>
          <a:xfrm>
            <a:off x="5736000" y="2401139"/>
            <a:ext cx="720000" cy="720000"/>
          </a:xfrm>
          <a:prstGeom prst="flowChartConnector">
            <a:avLst/>
          </a:prstGeom>
          <a:gradFill>
            <a:gsLst>
              <a:gs pos="31000">
                <a:srgbClr val="FC8C34"/>
              </a:gs>
              <a:gs pos="82000">
                <a:srgbClr val="FC8C34"/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19" name="Organigramme : Connecteur 118">
            <a:extLst>
              <a:ext uri="{FF2B5EF4-FFF2-40B4-BE49-F238E27FC236}">
                <a16:creationId xmlns:a16="http://schemas.microsoft.com/office/drawing/2014/main" id="{B8C86E3D-492D-4426-AF71-E26A966570BC}"/>
              </a:ext>
            </a:extLst>
          </p:cNvPr>
          <p:cNvSpPr/>
          <p:nvPr/>
        </p:nvSpPr>
        <p:spPr>
          <a:xfrm>
            <a:off x="5852962" y="3941588"/>
            <a:ext cx="720000" cy="720000"/>
          </a:xfrm>
          <a:prstGeom prst="flowChartConnector">
            <a:avLst/>
          </a:prstGeom>
          <a:gradFill>
            <a:gsLst>
              <a:gs pos="31000">
                <a:srgbClr val="FF0000"/>
              </a:gs>
              <a:gs pos="82000">
                <a:srgbClr val="FF0000"/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20" name="Organigramme : Connecteur 119">
            <a:extLst>
              <a:ext uri="{FF2B5EF4-FFF2-40B4-BE49-F238E27FC236}">
                <a16:creationId xmlns:a16="http://schemas.microsoft.com/office/drawing/2014/main" id="{7326FEFA-58C4-4B98-B9E1-3919A8AE7D37}"/>
              </a:ext>
            </a:extLst>
          </p:cNvPr>
          <p:cNvSpPr/>
          <p:nvPr/>
        </p:nvSpPr>
        <p:spPr>
          <a:xfrm>
            <a:off x="5352949" y="5121151"/>
            <a:ext cx="720000" cy="720000"/>
          </a:xfrm>
          <a:prstGeom prst="flowChartConnector">
            <a:avLst/>
          </a:prstGeom>
          <a:gradFill>
            <a:gsLst>
              <a:gs pos="31000">
                <a:srgbClr val="00B050"/>
              </a:gs>
              <a:gs pos="82000">
                <a:srgbClr val="05BC58"/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48251DC6-AE8F-4345-B9F5-DAFF3D83701B}"/>
              </a:ext>
            </a:extLst>
          </p:cNvPr>
          <p:cNvSpPr/>
          <p:nvPr/>
        </p:nvSpPr>
        <p:spPr>
          <a:xfrm rot="18503690">
            <a:off x="2644193" y="3072791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00B050"/>
              </a:gs>
              <a:gs pos="82000">
                <a:srgbClr val="05BC58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B6C8052E-70D7-4109-8484-BE03D2E09B17}"/>
              </a:ext>
            </a:extLst>
          </p:cNvPr>
          <p:cNvSpPr/>
          <p:nvPr/>
        </p:nvSpPr>
        <p:spPr>
          <a:xfrm rot="12454044">
            <a:off x="3050187" y="4848661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00B0F0"/>
              </a:gs>
              <a:gs pos="82000">
                <a:srgbClr val="05BCFE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CE40322E-6CC7-41C2-B641-C5D7209CA51E}"/>
              </a:ext>
            </a:extLst>
          </p:cNvPr>
          <p:cNvSpPr/>
          <p:nvPr/>
        </p:nvSpPr>
        <p:spPr>
          <a:xfrm rot="16200000">
            <a:off x="2409665" y="3689600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F0000"/>
              </a:gs>
              <a:gs pos="82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26" name="Rectangle : coins arrondis 125">
            <a:extLst>
              <a:ext uri="{FF2B5EF4-FFF2-40B4-BE49-F238E27FC236}">
                <a16:creationId xmlns:a16="http://schemas.microsoft.com/office/drawing/2014/main" id="{AB91C2C5-AEBF-4016-9BDF-2E9A745B6A73}"/>
              </a:ext>
            </a:extLst>
          </p:cNvPr>
          <p:cNvSpPr/>
          <p:nvPr/>
        </p:nvSpPr>
        <p:spPr>
          <a:xfrm rot="14393496">
            <a:off x="2548910" y="4361186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C8C34"/>
              </a:gs>
              <a:gs pos="82000">
                <a:srgbClr val="FC8C3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F264F2C7-DEF2-4DC7-B451-0F8145F64BD8}"/>
              </a:ext>
            </a:extLst>
          </p:cNvPr>
          <p:cNvSpPr txBox="1"/>
          <p:nvPr/>
        </p:nvSpPr>
        <p:spPr>
          <a:xfrm>
            <a:off x="3153929" y="3721389"/>
            <a:ext cx="1636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ETUDE PREALABLE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7E18A-F680-20F0-0EF0-13BEEC70FA63}"/>
              </a:ext>
            </a:extLst>
          </p:cNvPr>
          <p:cNvSpPr/>
          <p:nvPr/>
        </p:nvSpPr>
        <p:spPr>
          <a:xfrm>
            <a:off x="11317574" y="-13807"/>
            <a:ext cx="874426" cy="6871807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61C289-B67D-504F-19B8-803E36F1A9E0}"/>
              </a:ext>
            </a:extLst>
          </p:cNvPr>
          <p:cNvSpPr/>
          <p:nvPr/>
        </p:nvSpPr>
        <p:spPr>
          <a:xfrm rot="10800000" flipV="1">
            <a:off x="-1" y="6659587"/>
            <a:ext cx="12192000" cy="226081"/>
          </a:xfrm>
          <a:prstGeom prst="roundRect">
            <a:avLst/>
          </a:prstGeom>
          <a:solidFill>
            <a:srgbClr val="005D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3B7C971-D5CA-9BB8-E447-2B4AE1EDAC95}"/>
              </a:ext>
            </a:extLst>
          </p:cNvPr>
          <p:cNvSpPr txBox="1"/>
          <p:nvPr/>
        </p:nvSpPr>
        <p:spPr>
          <a:xfrm>
            <a:off x="3221246" y="2833636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A0693B3-26A8-E14E-E4AB-096CA8DE1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0" y="2401139"/>
            <a:ext cx="1887030" cy="2720012"/>
          </a:xfrm>
          <a:prstGeom prst="rect">
            <a:avLst/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BBD58A07-2A2E-400D-9CF6-072C6DA1F340}"/>
              </a:ext>
            </a:extLst>
          </p:cNvPr>
          <p:cNvSpPr/>
          <p:nvPr/>
        </p:nvSpPr>
        <p:spPr>
          <a:xfrm>
            <a:off x="4423565" y="1552584"/>
            <a:ext cx="4191200" cy="441298"/>
          </a:xfrm>
          <a:custGeom>
            <a:avLst/>
            <a:gdLst>
              <a:gd name="connsiteX0" fmla="*/ 0 w 3067040"/>
              <a:gd name="connsiteY0" fmla="*/ 0 h 378824"/>
              <a:gd name="connsiteX1" fmla="*/ 3067040 w 3067040"/>
              <a:gd name="connsiteY1" fmla="*/ 0 h 378824"/>
              <a:gd name="connsiteX2" fmla="*/ 3062282 w 3067040"/>
              <a:gd name="connsiteY2" fmla="*/ 47202 h 378824"/>
              <a:gd name="connsiteX3" fmla="*/ 2655395 w 3067040"/>
              <a:gd name="connsiteY3" fmla="*/ 378824 h 378824"/>
              <a:gd name="connsiteX4" fmla="*/ 411645 w 3067040"/>
              <a:gd name="connsiteY4" fmla="*/ 378824 h 378824"/>
              <a:gd name="connsiteX5" fmla="*/ 4758 w 3067040"/>
              <a:gd name="connsiteY5" fmla="*/ 47202 h 378824"/>
              <a:gd name="connsiteX6" fmla="*/ 0 w 3067040"/>
              <a:gd name="connsiteY6" fmla="*/ 0 h 37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67040" h="378824">
                <a:moveTo>
                  <a:pt x="0" y="0"/>
                </a:moveTo>
                <a:lnTo>
                  <a:pt x="3067040" y="0"/>
                </a:lnTo>
                <a:lnTo>
                  <a:pt x="3062282" y="47202"/>
                </a:lnTo>
                <a:cubicBezTo>
                  <a:pt x="3023555" y="236458"/>
                  <a:pt x="2856101" y="378824"/>
                  <a:pt x="2655395" y="378824"/>
                </a:cubicBezTo>
                <a:lnTo>
                  <a:pt x="411645" y="378824"/>
                </a:lnTo>
                <a:cubicBezTo>
                  <a:pt x="210939" y="378824"/>
                  <a:pt x="43486" y="236458"/>
                  <a:pt x="4758" y="472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E03C66CE-0FFE-471C-9044-A43F02999517}"/>
              </a:ext>
            </a:extLst>
          </p:cNvPr>
          <p:cNvSpPr/>
          <p:nvPr/>
        </p:nvSpPr>
        <p:spPr>
          <a:xfrm>
            <a:off x="4423565" y="1088559"/>
            <a:ext cx="4191200" cy="519246"/>
          </a:xfrm>
          <a:custGeom>
            <a:avLst/>
            <a:gdLst>
              <a:gd name="connsiteX0" fmla="*/ 415325 w 3074400"/>
              <a:gd name="connsiteY0" fmla="*/ 0 h 451826"/>
              <a:gd name="connsiteX1" fmla="*/ 2659075 w 3074400"/>
              <a:gd name="connsiteY1" fmla="*/ 0 h 451826"/>
              <a:gd name="connsiteX2" fmla="*/ 3074400 w 3074400"/>
              <a:gd name="connsiteY2" fmla="*/ 415325 h 451826"/>
              <a:gd name="connsiteX3" fmla="*/ 3070720 w 3074400"/>
              <a:gd name="connsiteY3" fmla="*/ 451826 h 451826"/>
              <a:gd name="connsiteX4" fmla="*/ 3680 w 3074400"/>
              <a:gd name="connsiteY4" fmla="*/ 451826 h 451826"/>
              <a:gd name="connsiteX5" fmla="*/ 0 w 3074400"/>
              <a:gd name="connsiteY5" fmla="*/ 415325 h 451826"/>
              <a:gd name="connsiteX6" fmla="*/ 415325 w 3074400"/>
              <a:gd name="connsiteY6" fmla="*/ 0 h 45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400" h="451826">
                <a:moveTo>
                  <a:pt x="415325" y="0"/>
                </a:moveTo>
                <a:lnTo>
                  <a:pt x="2659075" y="0"/>
                </a:lnTo>
                <a:cubicBezTo>
                  <a:pt x="2888453" y="0"/>
                  <a:pt x="3074400" y="185947"/>
                  <a:pt x="3074400" y="415325"/>
                </a:cubicBezTo>
                <a:lnTo>
                  <a:pt x="3070720" y="451826"/>
                </a:lnTo>
                <a:lnTo>
                  <a:pt x="3680" y="451826"/>
                </a:lnTo>
                <a:lnTo>
                  <a:pt x="0" y="415325"/>
                </a:lnTo>
                <a:cubicBezTo>
                  <a:pt x="0" y="185947"/>
                  <a:pt x="185947" y="0"/>
                  <a:pt x="415325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M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4A845BCA-0858-475D-8F7F-7058C8A3F3EB}"/>
              </a:ext>
            </a:extLst>
          </p:cNvPr>
          <p:cNvGrpSpPr/>
          <p:nvPr/>
        </p:nvGrpSpPr>
        <p:grpSpPr>
          <a:xfrm rot="20742501">
            <a:off x="3621412" y="1137649"/>
            <a:ext cx="1813361" cy="2332904"/>
            <a:chOff x="4314880" y="915506"/>
            <a:chExt cx="1813361" cy="2332904"/>
          </a:xfrm>
        </p:grpSpPr>
        <p:sp>
          <p:nvSpPr>
            <p:cNvPr id="45" name="Forme libre : forme 44">
              <a:extLst>
                <a:ext uri="{FF2B5EF4-FFF2-40B4-BE49-F238E27FC236}">
                  <a16:creationId xmlns:a16="http://schemas.microsoft.com/office/drawing/2014/main" id="{E64FC181-83C4-40DA-8966-9EEFBF85F4CC}"/>
                </a:ext>
              </a:extLst>
            </p:cNvPr>
            <p:cNvSpPr/>
            <p:nvPr/>
          </p:nvSpPr>
          <p:spPr>
            <a:xfrm rot="18876340">
              <a:off x="3809484" y="1790617"/>
              <a:ext cx="1963189" cy="952398"/>
            </a:xfrm>
            <a:custGeom>
              <a:avLst/>
              <a:gdLst>
                <a:gd name="connsiteX0" fmla="*/ 0 w 3240000"/>
                <a:gd name="connsiteY0" fmla="*/ 0 h 1031597"/>
                <a:gd name="connsiteX1" fmla="*/ 92650 w 3240000"/>
                <a:gd name="connsiteY1" fmla="*/ 42475 h 1031597"/>
                <a:gd name="connsiteX2" fmla="*/ 1620000 w 3240000"/>
                <a:gd name="connsiteY2" fmla="*/ 306079 h 1031597"/>
                <a:gd name="connsiteX3" fmla="*/ 3147351 w 3240000"/>
                <a:gd name="connsiteY3" fmla="*/ 42475 h 1031597"/>
                <a:gd name="connsiteX4" fmla="*/ 3240000 w 3240000"/>
                <a:gd name="connsiteY4" fmla="*/ 0 h 1031597"/>
                <a:gd name="connsiteX5" fmla="*/ 3240000 w 3240000"/>
                <a:gd name="connsiteY5" fmla="*/ 6889 h 1031597"/>
                <a:gd name="connsiteX6" fmla="*/ 3226216 w 3240000"/>
                <a:gd name="connsiteY6" fmla="*/ 10921 h 1031597"/>
                <a:gd name="connsiteX7" fmla="*/ 2864859 w 3240000"/>
                <a:gd name="connsiteY7" fmla="*/ 524590 h 1031597"/>
                <a:gd name="connsiteX8" fmla="*/ 3125715 w 3240000"/>
                <a:gd name="connsiteY8" fmla="*/ 986860 h 1031597"/>
                <a:gd name="connsiteX9" fmla="*/ 3213189 w 3240000"/>
                <a:gd name="connsiteY9" fmla="*/ 1031597 h 1031597"/>
                <a:gd name="connsiteX10" fmla="*/ 3182397 w 3240000"/>
                <a:gd name="connsiteY10" fmla="*/ 1031597 h 1031597"/>
                <a:gd name="connsiteX11" fmla="*/ 3147351 w 3240000"/>
                <a:gd name="connsiteY11" fmla="*/ 1015530 h 1031597"/>
                <a:gd name="connsiteX12" fmla="*/ 1620000 w 3240000"/>
                <a:gd name="connsiteY12" fmla="*/ 751926 h 1031597"/>
                <a:gd name="connsiteX13" fmla="*/ 92650 w 3240000"/>
                <a:gd name="connsiteY13" fmla="*/ 1015530 h 1031597"/>
                <a:gd name="connsiteX14" fmla="*/ 57603 w 3240000"/>
                <a:gd name="connsiteY14" fmla="*/ 1031597 h 1031597"/>
                <a:gd name="connsiteX15" fmla="*/ 0 w 3240000"/>
                <a:gd name="connsiteY15" fmla="*/ 1031597 h 103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40000" h="1031597">
                  <a:moveTo>
                    <a:pt x="0" y="0"/>
                  </a:moveTo>
                  <a:lnTo>
                    <a:pt x="92650" y="42475"/>
                  </a:lnTo>
                  <a:cubicBezTo>
                    <a:pt x="483533" y="205343"/>
                    <a:pt x="1023533" y="306079"/>
                    <a:pt x="1620000" y="306079"/>
                  </a:cubicBezTo>
                  <a:cubicBezTo>
                    <a:pt x="2216468" y="306079"/>
                    <a:pt x="2756468" y="205343"/>
                    <a:pt x="3147351" y="42475"/>
                  </a:cubicBezTo>
                  <a:lnTo>
                    <a:pt x="3240000" y="0"/>
                  </a:lnTo>
                  <a:lnTo>
                    <a:pt x="3240000" y="6889"/>
                  </a:lnTo>
                  <a:lnTo>
                    <a:pt x="3226216" y="10921"/>
                  </a:lnTo>
                  <a:cubicBezTo>
                    <a:pt x="3013862" y="95551"/>
                    <a:pt x="2864859" y="293675"/>
                    <a:pt x="2864859" y="524590"/>
                  </a:cubicBezTo>
                  <a:cubicBezTo>
                    <a:pt x="2864859" y="717019"/>
                    <a:pt x="2968333" y="886677"/>
                    <a:pt x="3125715" y="986860"/>
                  </a:cubicBezTo>
                  <a:lnTo>
                    <a:pt x="3213189" y="1031597"/>
                  </a:lnTo>
                  <a:lnTo>
                    <a:pt x="3182397" y="1031597"/>
                  </a:lnTo>
                  <a:lnTo>
                    <a:pt x="3147351" y="1015530"/>
                  </a:lnTo>
                  <a:cubicBezTo>
                    <a:pt x="2756468" y="852662"/>
                    <a:pt x="2216468" y="751926"/>
                    <a:pt x="1620000" y="751926"/>
                  </a:cubicBezTo>
                  <a:cubicBezTo>
                    <a:pt x="1023533" y="751926"/>
                    <a:pt x="483533" y="852662"/>
                    <a:pt x="92650" y="1015530"/>
                  </a:cubicBezTo>
                  <a:lnTo>
                    <a:pt x="57603" y="1031597"/>
                  </a:lnTo>
                  <a:lnTo>
                    <a:pt x="0" y="1031597"/>
                  </a:lnTo>
                  <a:close/>
                </a:path>
              </a:pathLst>
            </a:custGeom>
            <a:gradFill flip="none" rotWithShape="1">
              <a:gsLst>
                <a:gs pos="31000">
                  <a:srgbClr val="05BCFE"/>
                </a:gs>
                <a:gs pos="82000">
                  <a:srgbClr val="00B0F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M" dirty="0"/>
            </a:p>
          </p:txBody>
        </p:sp>
        <p:sp>
          <p:nvSpPr>
            <p:cNvPr id="46" name="Organigramme : Connecteur 45">
              <a:extLst>
                <a:ext uri="{FF2B5EF4-FFF2-40B4-BE49-F238E27FC236}">
                  <a16:creationId xmlns:a16="http://schemas.microsoft.com/office/drawing/2014/main" id="{14D14F4A-A808-412A-8EF2-4F4DEE4DC623}"/>
                </a:ext>
              </a:extLst>
            </p:cNvPr>
            <p:cNvSpPr/>
            <p:nvPr/>
          </p:nvSpPr>
          <p:spPr>
            <a:xfrm>
              <a:off x="5097384" y="915507"/>
              <a:ext cx="1030856" cy="1026735"/>
            </a:xfrm>
            <a:prstGeom prst="flowChartConnector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sp>
        <p:nvSpPr>
          <p:cNvPr id="47" name="Organigramme : Connecteur 46">
            <a:extLst>
              <a:ext uri="{FF2B5EF4-FFF2-40B4-BE49-F238E27FC236}">
                <a16:creationId xmlns:a16="http://schemas.microsoft.com/office/drawing/2014/main" id="{ABA67371-902C-48F2-9928-0438167CBBFE}"/>
              </a:ext>
            </a:extLst>
          </p:cNvPr>
          <p:cNvSpPr/>
          <p:nvPr/>
        </p:nvSpPr>
        <p:spPr>
          <a:xfrm>
            <a:off x="2828188" y="2772338"/>
            <a:ext cx="2160000" cy="2160000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48" name="Organigramme : Connecteur 47">
            <a:extLst>
              <a:ext uri="{FF2B5EF4-FFF2-40B4-BE49-F238E27FC236}">
                <a16:creationId xmlns:a16="http://schemas.microsoft.com/office/drawing/2014/main" id="{7CF06320-2B6A-47FE-B124-7CE2280C24E4}"/>
              </a:ext>
            </a:extLst>
          </p:cNvPr>
          <p:cNvSpPr/>
          <p:nvPr/>
        </p:nvSpPr>
        <p:spPr>
          <a:xfrm>
            <a:off x="4418331" y="1193282"/>
            <a:ext cx="720000" cy="720000"/>
          </a:xfrm>
          <a:prstGeom prst="flowChartConnector">
            <a:avLst/>
          </a:prstGeom>
          <a:solidFill>
            <a:srgbClr val="00B0F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A7656409-AC15-4F98-8196-0062CB1CA7DF}"/>
              </a:ext>
            </a:extLst>
          </p:cNvPr>
          <p:cNvSpPr/>
          <p:nvPr/>
        </p:nvSpPr>
        <p:spPr>
          <a:xfrm rot="18503690">
            <a:off x="2644193" y="3046706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00B050"/>
              </a:gs>
              <a:gs pos="82000">
                <a:srgbClr val="05BC58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3766E89A-B785-4069-9E10-F4EC81EF7E6E}"/>
              </a:ext>
            </a:extLst>
          </p:cNvPr>
          <p:cNvSpPr/>
          <p:nvPr/>
        </p:nvSpPr>
        <p:spPr>
          <a:xfrm rot="12454044">
            <a:off x="3050187" y="4822576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00B0F0"/>
              </a:gs>
              <a:gs pos="82000">
                <a:srgbClr val="05BCFE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548E7B6D-F39A-472F-B1C7-8AFE340526D7}"/>
              </a:ext>
            </a:extLst>
          </p:cNvPr>
          <p:cNvSpPr/>
          <p:nvPr/>
        </p:nvSpPr>
        <p:spPr>
          <a:xfrm rot="16200000">
            <a:off x="2409665" y="3663515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F0000"/>
              </a:gs>
              <a:gs pos="82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7407D2D4-9772-4499-B22D-138064BAD3BD}"/>
              </a:ext>
            </a:extLst>
          </p:cNvPr>
          <p:cNvSpPr/>
          <p:nvPr/>
        </p:nvSpPr>
        <p:spPr>
          <a:xfrm rot="14393496">
            <a:off x="2548910" y="4335101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C8C34"/>
              </a:gs>
              <a:gs pos="82000">
                <a:srgbClr val="FC8C3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7C652F5-02A7-4EEE-A0D0-E9179F3A1AE1}"/>
              </a:ext>
            </a:extLst>
          </p:cNvPr>
          <p:cNvSpPr txBox="1"/>
          <p:nvPr/>
        </p:nvSpPr>
        <p:spPr>
          <a:xfrm>
            <a:off x="3153929" y="3695304"/>
            <a:ext cx="1636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ETUDE PREALABLE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47C2618E-5A45-4C00-B657-DA2F9A7EF4C2}"/>
              </a:ext>
            </a:extLst>
          </p:cNvPr>
          <p:cNvSpPr txBox="1"/>
          <p:nvPr/>
        </p:nvSpPr>
        <p:spPr>
          <a:xfrm>
            <a:off x="3221246" y="2807551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0649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 animBg="1"/>
      <p:bldP spid="138" grpId="0"/>
      <p:bldP spid="142" grpId="0" animBg="1"/>
      <p:bldP spid="143" grpId="0" animBg="1"/>
      <p:bldP spid="144" grpId="0"/>
      <p:bldP spid="139" grpId="0" animBg="1"/>
      <p:bldP spid="140" grpId="0" animBg="1"/>
      <p:bldP spid="141" grpId="0"/>
      <p:bldP spid="134" grpId="0" animBg="1"/>
      <p:bldP spid="133" grpId="0" animBg="1"/>
      <p:bldP spid="135" grpId="0"/>
      <p:bldP spid="52" grpId="0" animBg="1"/>
      <p:bldP spid="101" grpId="0" animBg="1"/>
      <p:bldP spid="117" grpId="0" animBg="1"/>
      <p:bldP spid="118" grpId="0" animBg="1"/>
      <p:bldP spid="119" grpId="0" animBg="1"/>
      <p:bldP spid="120" grpId="0" animBg="1"/>
      <p:bldP spid="123" grpId="0" animBg="1"/>
      <p:bldP spid="124" grpId="0" animBg="1"/>
      <p:bldP spid="125" grpId="0" animBg="1"/>
      <p:bldP spid="126" grpId="0" animBg="1"/>
      <p:bldP spid="145" grpId="0"/>
      <p:bldP spid="42" grpId="0" animBg="1"/>
      <p:bldP spid="43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3E2112B-FF9D-91D8-0778-17E8245E244D}"/>
              </a:ext>
            </a:extLst>
          </p:cNvPr>
          <p:cNvSpPr/>
          <p:nvPr/>
        </p:nvSpPr>
        <p:spPr>
          <a:xfrm>
            <a:off x="0" y="-13807"/>
            <a:ext cx="12137326" cy="305628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BD148DB-1E56-77CE-C71D-C53439AA9C26}"/>
              </a:ext>
            </a:extLst>
          </p:cNvPr>
          <p:cNvSpPr/>
          <p:nvPr/>
        </p:nvSpPr>
        <p:spPr>
          <a:xfrm>
            <a:off x="3552413" y="762539"/>
            <a:ext cx="5501391" cy="7906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5D7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MODELISATION DETAILLEE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13458B5-7DBA-E072-2CB2-767E0A458DE5}"/>
              </a:ext>
            </a:extLst>
          </p:cNvPr>
          <p:cNvSpPr/>
          <p:nvPr/>
        </p:nvSpPr>
        <p:spPr>
          <a:xfrm rot="10800000" flipV="1">
            <a:off x="-1" y="6659587"/>
            <a:ext cx="12192000" cy="226081"/>
          </a:xfrm>
          <a:prstGeom prst="roundRect">
            <a:avLst/>
          </a:prstGeom>
          <a:solidFill>
            <a:srgbClr val="005D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4" name="Organigramme : Connecteur 3">
            <a:extLst>
              <a:ext uri="{FF2B5EF4-FFF2-40B4-BE49-F238E27FC236}">
                <a16:creationId xmlns:a16="http://schemas.microsoft.com/office/drawing/2014/main" id="{F7688532-9805-4BF3-BA03-9215E06B59D1}"/>
              </a:ext>
            </a:extLst>
          </p:cNvPr>
          <p:cNvSpPr/>
          <p:nvPr/>
        </p:nvSpPr>
        <p:spPr>
          <a:xfrm>
            <a:off x="434629" y="2293082"/>
            <a:ext cx="2286000" cy="2394000"/>
          </a:xfrm>
          <a:prstGeom prst="flowChartConnector">
            <a:avLst/>
          </a:prstGeom>
          <a:solidFill>
            <a:srgbClr val="005D7E"/>
          </a:solidFill>
          <a:ln>
            <a:solidFill>
              <a:srgbClr val="005D7E"/>
            </a:solidFill>
          </a:ln>
          <a:scene3d>
            <a:camera prst="orthographicFront"/>
            <a:lightRig rig="threePt" dir="t"/>
          </a:scene3d>
          <a:sp3d>
            <a:bevelT w="165100"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sz="2000" b="1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500FD36-93AA-45E2-8D0E-FA5C21734915}"/>
              </a:ext>
            </a:extLst>
          </p:cNvPr>
          <p:cNvSpPr/>
          <p:nvPr/>
        </p:nvSpPr>
        <p:spPr>
          <a:xfrm>
            <a:off x="-434955" y="1588655"/>
            <a:ext cx="3907828" cy="3777672"/>
          </a:xfrm>
          <a:prstGeom prst="arc">
            <a:avLst>
              <a:gd name="adj1" fmla="val 16023859"/>
              <a:gd name="adj2" fmla="val 5673708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B25ACB70-EE38-4D55-B7D3-68CAB572AB16}"/>
              </a:ext>
            </a:extLst>
          </p:cNvPr>
          <p:cNvSpPr/>
          <p:nvPr/>
        </p:nvSpPr>
        <p:spPr>
          <a:xfrm>
            <a:off x="1200726" y="1443570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96BA6D43-53A2-4B4B-A542-2C3D2E67580C}"/>
              </a:ext>
            </a:extLst>
          </p:cNvPr>
          <p:cNvSpPr/>
          <p:nvPr/>
        </p:nvSpPr>
        <p:spPr>
          <a:xfrm>
            <a:off x="1167343" y="5249327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7A4404FA-A0B5-4263-B84B-5C39358833D8}"/>
              </a:ext>
            </a:extLst>
          </p:cNvPr>
          <p:cNvSpPr/>
          <p:nvPr/>
        </p:nvSpPr>
        <p:spPr>
          <a:xfrm>
            <a:off x="2216029" y="1634083"/>
            <a:ext cx="216000" cy="234000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43FC7E7-AB57-417F-947A-0F484F8AB1E2}"/>
              </a:ext>
            </a:extLst>
          </p:cNvPr>
          <p:cNvGrpSpPr/>
          <p:nvPr/>
        </p:nvGrpSpPr>
        <p:grpSpPr>
          <a:xfrm>
            <a:off x="2474364" y="999822"/>
            <a:ext cx="998509" cy="626855"/>
            <a:chOff x="2536108" y="1491668"/>
            <a:chExt cx="815749" cy="209798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D63DDD3A-662A-4CF0-A169-E13BFD2A3AD1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A18E9C4-468C-4F4C-B562-D6A9FEC1883F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79FEAA61-1538-418A-886F-3D195A71B857}"/>
              </a:ext>
            </a:extLst>
          </p:cNvPr>
          <p:cNvSpPr/>
          <p:nvPr/>
        </p:nvSpPr>
        <p:spPr>
          <a:xfrm>
            <a:off x="4288457" y="1898728"/>
            <a:ext cx="1152000" cy="1080000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8" name="Organigramme : Connecteur 87">
            <a:extLst>
              <a:ext uri="{FF2B5EF4-FFF2-40B4-BE49-F238E27FC236}">
                <a16:creationId xmlns:a16="http://schemas.microsoft.com/office/drawing/2014/main" id="{DBE8286F-165A-43A7-9C1F-C38AC910948D}"/>
              </a:ext>
            </a:extLst>
          </p:cNvPr>
          <p:cNvSpPr/>
          <p:nvPr/>
        </p:nvSpPr>
        <p:spPr>
          <a:xfrm>
            <a:off x="4522457" y="2132728"/>
            <a:ext cx="684000" cy="612000"/>
          </a:xfrm>
          <a:prstGeom prst="flowChartConnector">
            <a:avLst/>
          </a:prstGeom>
          <a:gradFill>
            <a:gsLst>
              <a:gs pos="13000">
                <a:schemeClr val="accent2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D2D822D-9124-48F0-B874-D226D9F03AF8}"/>
              </a:ext>
            </a:extLst>
          </p:cNvPr>
          <p:cNvSpPr txBox="1"/>
          <p:nvPr/>
        </p:nvSpPr>
        <p:spPr>
          <a:xfrm>
            <a:off x="4611749" y="2169972"/>
            <a:ext cx="68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CM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Organigramme : Connecteur 88">
            <a:extLst>
              <a:ext uri="{FF2B5EF4-FFF2-40B4-BE49-F238E27FC236}">
                <a16:creationId xmlns:a16="http://schemas.microsoft.com/office/drawing/2014/main" id="{0911E1A9-9494-49E7-93AE-E1D7F2329547}"/>
              </a:ext>
            </a:extLst>
          </p:cNvPr>
          <p:cNvSpPr/>
          <p:nvPr/>
        </p:nvSpPr>
        <p:spPr>
          <a:xfrm>
            <a:off x="5760353" y="3060928"/>
            <a:ext cx="1152000" cy="1080000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0" name="Organigramme : Connecteur 89">
            <a:extLst>
              <a:ext uri="{FF2B5EF4-FFF2-40B4-BE49-F238E27FC236}">
                <a16:creationId xmlns:a16="http://schemas.microsoft.com/office/drawing/2014/main" id="{1E54C0ED-DF3B-4414-B918-AA682A9FF828}"/>
              </a:ext>
            </a:extLst>
          </p:cNvPr>
          <p:cNvSpPr/>
          <p:nvPr/>
        </p:nvSpPr>
        <p:spPr>
          <a:xfrm>
            <a:off x="5994353" y="3294928"/>
            <a:ext cx="684000" cy="612000"/>
          </a:xfrm>
          <a:prstGeom prst="flowChartConnector">
            <a:avLst/>
          </a:prstGeom>
          <a:gradFill>
            <a:gsLst>
              <a:gs pos="13000">
                <a:srgbClr val="00B0F0"/>
              </a:gs>
              <a:gs pos="100000">
                <a:srgbClr val="00B0F0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D819C4F2-4A6F-401F-A8B7-DF49EA55AFC9}"/>
              </a:ext>
            </a:extLst>
          </p:cNvPr>
          <p:cNvSpPr txBox="1"/>
          <p:nvPr/>
        </p:nvSpPr>
        <p:spPr>
          <a:xfrm>
            <a:off x="6083645" y="3332172"/>
            <a:ext cx="68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fr-CM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Organigramme : Connecteur 91">
            <a:extLst>
              <a:ext uri="{FF2B5EF4-FFF2-40B4-BE49-F238E27FC236}">
                <a16:creationId xmlns:a16="http://schemas.microsoft.com/office/drawing/2014/main" id="{9560E674-7554-4609-81D6-D9C4772C2395}"/>
              </a:ext>
            </a:extLst>
          </p:cNvPr>
          <p:cNvSpPr/>
          <p:nvPr/>
        </p:nvSpPr>
        <p:spPr>
          <a:xfrm>
            <a:off x="7153488" y="4208404"/>
            <a:ext cx="1152000" cy="1080000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3" name="Organigramme : Connecteur 92">
            <a:extLst>
              <a:ext uri="{FF2B5EF4-FFF2-40B4-BE49-F238E27FC236}">
                <a16:creationId xmlns:a16="http://schemas.microsoft.com/office/drawing/2014/main" id="{6B6E6108-14F6-41F7-9F64-5C629C0FC952}"/>
              </a:ext>
            </a:extLst>
          </p:cNvPr>
          <p:cNvSpPr/>
          <p:nvPr/>
        </p:nvSpPr>
        <p:spPr>
          <a:xfrm>
            <a:off x="7387488" y="4442404"/>
            <a:ext cx="684000" cy="612000"/>
          </a:xfrm>
          <a:prstGeom prst="flowChartConnector">
            <a:avLst/>
          </a:prstGeom>
          <a:gradFill>
            <a:gsLst>
              <a:gs pos="1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00B7AFC3-1ACB-4069-ACFC-240524E7BC13}"/>
              </a:ext>
            </a:extLst>
          </p:cNvPr>
          <p:cNvSpPr txBox="1"/>
          <p:nvPr/>
        </p:nvSpPr>
        <p:spPr>
          <a:xfrm>
            <a:off x="7476780" y="4479648"/>
            <a:ext cx="68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fr-CM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Organigramme : Connecteur 94">
            <a:extLst>
              <a:ext uri="{FF2B5EF4-FFF2-40B4-BE49-F238E27FC236}">
                <a16:creationId xmlns:a16="http://schemas.microsoft.com/office/drawing/2014/main" id="{B24C3F75-936D-4E78-BF1F-1E9DED44D863}"/>
              </a:ext>
            </a:extLst>
          </p:cNvPr>
          <p:cNvSpPr/>
          <p:nvPr/>
        </p:nvSpPr>
        <p:spPr>
          <a:xfrm>
            <a:off x="8637990" y="5261357"/>
            <a:ext cx="1152000" cy="1080000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6" name="Organigramme : Connecteur 95">
            <a:extLst>
              <a:ext uri="{FF2B5EF4-FFF2-40B4-BE49-F238E27FC236}">
                <a16:creationId xmlns:a16="http://schemas.microsoft.com/office/drawing/2014/main" id="{EF9AD148-6DDC-4267-8D26-695D52A55671}"/>
              </a:ext>
            </a:extLst>
          </p:cNvPr>
          <p:cNvSpPr/>
          <p:nvPr/>
        </p:nvSpPr>
        <p:spPr>
          <a:xfrm>
            <a:off x="8871990" y="5495357"/>
            <a:ext cx="684000" cy="612000"/>
          </a:xfrm>
          <a:prstGeom prst="flowChartConnector">
            <a:avLst/>
          </a:prstGeom>
          <a:gradFill>
            <a:gsLst>
              <a:gs pos="13000">
                <a:srgbClr val="7030A0"/>
              </a:gs>
              <a:gs pos="100000">
                <a:srgbClr val="7030A0"/>
              </a:gs>
            </a:gsLst>
            <a:lin ang="5400000" scaled="1"/>
          </a:gra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w="254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9F54548-299B-4F05-8C64-FF754B9E9798}"/>
              </a:ext>
            </a:extLst>
          </p:cNvPr>
          <p:cNvSpPr txBox="1"/>
          <p:nvPr/>
        </p:nvSpPr>
        <p:spPr>
          <a:xfrm>
            <a:off x="8961282" y="5532601"/>
            <a:ext cx="68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CM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Bulle narrative : rectangle à coins arrondis 19">
            <a:extLst>
              <a:ext uri="{FF2B5EF4-FFF2-40B4-BE49-F238E27FC236}">
                <a16:creationId xmlns:a16="http://schemas.microsoft.com/office/drawing/2014/main" id="{4320D427-AB1C-4C48-AFC8-95B91A0F6039}"/>
              </a:ext>
            </a:extLst>
          </p:cNvPr>
          <p:cNvSpPr/>
          <p:nvPr/>
        </p:nvSpPr>
        <p:spPr>
          <a:xfrm>
            <a:off x="5440457" y="1731072"/>
            <a:ext cx="4215458" cy="715792"/>
          </a:xfrm>
          <a:custGeom>
            <a:avLst/>
            <a:gdLst>
              <a:gd name="connsiteX0" fmla="*/ 0 w 3817138"/>
              <a:gd name="connsiteY0" fmla="*/ 119301 h 715792"/>
              <a:gd name="connsiteX1" fmla="*/ 119301 w 3817138"/>
              <a:gd name="connsiteY1" fmla="*/ 0 h 715792"/>
              <a:gd name="connsiteX2" fmla="*/ 636190 w 3817138"/>
              <a:gd name="connsiteY2" fmla="*/ 0 h 715792"/>
              <a:gd name="connsiteX3" fmla="*/ 636190 w 3817138"/>
              <a:gd name="connsiteY3" fmla="*/ 0 h 715792"/>
              <a:gd name="connsiteX4" fmla="*/ 1590474 w 3817138"/>
              <a:gd name="connsiteY4" fmla="*/ 0 h 715792"/>
              <a:gd name="connsiteX5" fmla="*/ 3697837 w 3817138"/>
              <a:gd name="connsiteY5" fmla="*/ 0 h 715792"/>
              <a:gd name="connsiteX6" fmla="*/ 3817138 w 3817138"/>
              <a:gd name="connsiteY6" fmla="*/ 119301 h 715792"/>
              <a:gd name="connsiteX7" fmla="*/ 3817138 w 3817138"/>
              <a:gd name="connsiteY7" fmla="*/ 417545 h 715792"/>
              <a:gd name="connsiteX8" fmla="*/ 3817138 w 3817138"/>
              <a:gd name="connsiteY8" fmla="*/ 417545 h 715792"/>
              <a:gd name="connsiteX9" fmla="*/ 3817138 w 3817138"/>
              <a:gd name="connsiteY9" fmla="*/ 596493 h 715792"/>
              <a:gd name="connsiteX10" fmla="*/ 3817138 w 3817138"/>
              <a:gd name="connsiteY10" fmla="*/ 596491 h 715792"/>
              <a:gd name="connsiteX11" fmla="*/ 3697837 w 3817138"/>
              <a:gd name="connsiteY11" fmla="*/ 715792 h 715792"/>
              <a:gd name="connsiteX12" fmla="*/ 1590474 w 3817138"/>
              <a:gd name="connsiteY12" fmla="*/ 715792 h 715792"/>
              <a:gd name="connsiteX13" fmla="*/ 636190 w 3817138"/>
              <a:gd name="connsiteY13" fmla="*/ 715792 h 715792"/>
              <a:gd name="connsiteX14" fmla="*/ 636190 w 3817138"/>
              <a:gd name="connsiteY14" fmla="*/ 715792 h 715792"/>
              <a:gd name="connsiteX15" fmla="*/ 119301 w 3817138"/>
              <a:gd name="connsiteY15" fmla="*/ 715792 h 715792"/>
              <a:gd name="connsiteX16" fmla="*/ 0 w 3817138"/>
              <a:gd name="connsiteY16" fmla="*/ 596491 h 715792"/>
              <a:gd name="connsiteX17" fmla="*/ 0 w 3817138"/>
              <a:gd name="connsiteY17" fmla="*/ 596493 h 715792"/>
              <a:gd name="connsiteX18" fmla="*/ -407556 w 3817138"/>
              <a:gd name="connsiteY18" fmla="*/ 370637 h 715792"/>
              <a:gd name="connsiteX19" fmla="*/ 0 w 3817138"/>
              <a:gd name="connsiteY19" fmla="*/ 417545 h 715792"/>
              <a:gd name="connsiteX20" fmla="*/ 0 w 3817138"/>
              <a:gd name="connsiteY20" fmla="*/ 119301 h 715792"/>
              <a:gd name="connsiteX0" fmla="*/ 398320 w 4215458"/>
              <a:gd name="connsiteY0" fmla="*/ 119301 h 715792"/>
              <a:gd name="connsiteX1" fmla="*/ 517621 w 4215458"/>
              <a:gd name="connsiteY1" fmla="*/ 0 h 715792"/>
              <a:gd name="connsiteX2" fmla="*/ 1034510 w 4215458"/>
              <a:gd name="connsiteY2" fmla="*/ 0 h 715792"/>
              <a:gd name="connsiteX3" fmla="*/ 1034510 w 4215458"/>
              <a:gd name="connsiteY3" fmla="*/ 0 h 715792"/>
              <a:gd name="connsiteX4" fmla="*/ 1988794 w 4215458"/>
              <a:gd name="connsiteY4" fmla="*/ 0 h 715792"/>
              <a:gd name="connsiteX5" fmla="*/ 4096157 w 4215458"/>
              <a:gd name="connsiteY5" fmla="*/ 0 h 715792"/>
              <a:gd name="connsiteX6" fmla="*/ 4215458 w 4215458"/>
              <a:gd name="connsiteY6" fmla="*/ 119301 h 715792"/>
              <a:gd name="connsiteX7" fmla="*/ 4215458 w 4215458"/>
              <a:gd name="connsiteY7" fmla="*/ 417545 h 715792"/>
              <a:gd name="connsiteX8" fmla="*/ 4215458 w 4215458"/>
              <a:gd name="connsiteY8" fmla="*/ 417545 h 715792"/>
              <a:gd name="connsiteX9" fmla="*/ 4215458 w 4215458"/>
              <a:gd name="connsiteY9" fmla="*/ 596493 h 715792"/>
              <a:gd name="connsiteX10" fmla="*/ 4215458 w 4215458"/>
              <a:gd name="connsiteY10" fmla="*/ 596491 h 715792"/>
              <a:gd name="connsiteX11" fmla="*/ 4096157 w 4215458"/>
              <a:gd name="connsiteY11" fmla="*/ 715792 h 715792"/>
              <a:gd name="connsiteX12" fmla="*/ 1988794 w 4215458"/>
              <a:gd name="connsiteY12" fmla="*/ 715792 h 715792"/>
              <a:gd name="connsiteX13" fmla="*/ 1034510 w 4215458"/>
              <a:gd name="connsiteY13" fmla="*/ 715792 h 715792"/>
              <a:gd name="connsiteX14" fmla="*/ 1034510 w 4215458"/>
              <a:gd name="connsiteY14" fmla="*/ 715792 h 715792"/>
              <a:gd name="connsiteX15" fmla="*/ 517621 w 4215458"/>
              <a:gd name="connsiteY15" fmla="*/ 715792 h 715792"/>
              <a:gd name="connsiteX16" fmla="*/ 398320 w 4215458"/>
              <a:gd name="connsiteY16" fmla="*/ 596491 h 715792"/>
              <a:gd name="connsiteX17" fmla="*/ 398320 w 4215458"/>
              <a:gd name="connsiteY17" fmla="*/ 596493 h 715792"/>
              <a:gd name="connsiteX18" fmla="*/ 0 w 4215458"/>
              <a:gd name="connsiteY18" fmla="*/ 573837 h 715792"/>
              <a:gd name="connsiteX19" fmla="*/ 398320 w 4215458"/>
              <a:gd name="connsiteY19" fmla="*/ 417545 h 715792"/>
              <a:gd name="connsiteX20" fmla="*/ 398320 w 4215458"/>
              <a:gd name="connsiteY20" fmla="*/ 119301 h 71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215458" h="715792">
                <a:moveTo>
                  <a:pt x="398320" y="119301"/>
                </a:moveTo>
                <a:cubicBezTo>
                  <a:pt x="398320" y="53413"/>
                  <a:pt x="451733" y="0"/>
                  <a:pt x="517621" y="0"/>
                </a:cubicBezTo>
                <a:lnTo>
                  <a:pt x="1034510" y="0"/>
                </a:lnTo>
                <a:lnTo>
                  <a:pt x="1034510" y="0"/>
                </a:lnTo>
                <a:lnTo>
                  <a:pt x="1988794" y="0"/>
                </a:lnTo>
                <a:lnTo>
                  <a:pt x="4096157" y="0"/>
                </a:lnTo>
                <a:cubicBezTo>
                  <a:pt x="4162045" y="0"/>
                  <a:pt x="4215458" y="53413"/>
                  <a:pt x="4215458" y="119301"/>
                </a:cubicBezTo>
                <a:lnTo>
                  <a:pt x="4215458" y="417545"/>
                </a:lnTo>
                <a:lnTo>
                  <a:pt x="4215458" y="417545"/>
                </a:lnTo>
                <a:lnTo>
                  <a:pt x="4215458" y="596493"/>
                </a:lnTo>
                <a:lnTo>
                  <a:pt x="4215458" y="596491"/>
                </a:lnTo>
                <a:cubicBezTo>
                  <a:pt x="4215458" y="662379"/>
                  <a:pt x="4162045" y="715792"/>
                  <a:pt x="4096157" y="715792"/>
                </a:cubicBezTo>
                <a:lnTo>
                  <a:pt x="1988794" y="715792"/>
                </a:lnTo>
                <a:lnTo>
                  <a:pt x="1034510" y="715792"/>
                </a:lnTo>
                <a:lnTo>
                  <a:pt x="1034510" y="715792"/>
                </a:lnTo>
                <a:lnTo>
                  <a:pt x="517621" y="715792"/>
                </a:lnTo>
                <a:cubicBezTo>
                  <a:pt x="451733" y="715792"/>
                  <a:pt x="398320" y="662379"/>
                  <a:pt x="398320" y="596491"/>
                </a:cubicBezTo>
                <a:lnTo>
                  <a:pt x="398320" y="596493"/>
                </a:lnTo>
                <a:lnTo>
                  <a:pt x="0" y="573837"/>
                </a:lnTo>
                <a:lnTo>
                  <a:pt x="398320" y="417545"/>
                </a:lnTo>
                <a:lnTo>
                  <a:pt x="398320" y="119301"/>
                </a:lnTo>
                <a:close/>
              </a:path>
            </a:pathLst>
          </a:custGeom>
          <a:gradFill>
            <a:gsLst>
              <a:gs pos="13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sz="3600" dirty="0">
              <a:solidFill>
                <a:srgbClr val="FC8C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Bulle narrative : rectangle à coins arrondis 19">
            <a:extLst>
              <a:ext uri="{FF2B5EF4-FFF2-40B4-BE49-F238E27FC236}">
                <a16:creationId xmlns:a16="http://schemas.microsoft.com/office/drawing/2014/main" id="{11A04BDB-1A15-4CE0-BFBA-464080F9F147}"/>
              </a:ext>
            </a:extLst>
          </p:cNvPr>
          <p:cNvSpPr/>
          <p:nvPr/>
        </p:nvSpPr>
        <p:spPr>
          <a:xfrm>
            <a:off x="6912353" y="3001238"/>
            <a:ext cx="4215458" cy="715792"/>
          </a:xfrm>
          <a:custGeom>
            <a:avLst/>
            <a:gdLst>
              <a:gd name="connsiteX0" fmla="*/ 0 w 3817138"/>
              <a:gd name="connsiteY0" fmla="*/ 119301 h 715792"/>
              <a:gd name="connsiteX1" fmla="*/ 119301 w 3817138"/>
              <a:gd name="connsiteY1" fmla="*/ 0 h 715792"/>
              <a:gd name="connsiteX2" fmla="*/ 636190 w 3817138"/>
              <a:gd name="connsiteY2" fmla="*/ 0 h 715792"/>
              <a:gd name="connsiteX3" fmla="*/ 636190 w 3817138"/>
              <a:gd name="connsiteY3" fmla="*/ 0 h 715792"/>
              <a:gd name="connsiteX4" fmla="*/ 1590474 w 3817138"/>
              <a:gd name="connsiteY4" fmla="*/ 0 h 715792"/>
              <a:gd name="connsiteX5" fmla="*/ 3697837 w 3817138"/>
              <a:gd name="connsiteY5" fmla="*/ 0 h 715792"/>
              <a:gd name="connsiteX6" fmla="*/ 3817138 w 3817138"/>
              <a:gd name="connsiteY6" fmla="*/ 119301 h 715792"/>
              <a:gd name="connsiteX7" fmla="*/ 3817138 w 3817138"/>
              <a:gd name="connsiteY7" fmla="*/ 417545 h 715792"/>
              <a:gd name="connsiteX8" fmla="*/ 3817138 w 3817138"/>
              <a:gd name="connsiteY8" fmla="*/ 417545 h 715792"/>
              <a:gd name="connsiteX9" fmla="*/ 3817138 w 3817138"/>
              <a:gd name="connsiteY9" fmla="*/ 596493 h 715792"/>
              <a:gd name="connsiteX10" fmla="*/ 3817138 w 3817138"/>
              <a:gd name="connsiteY10" fmla="*/ 596491 h 715792"/>
              <a:gd name="connsiteX11" fmla="*/ 3697837 w 3817138"/>
              <a:gd name="connsiteY11" fmla="*/ 715792 h 715792"/>
              <a:gd name="connsiteX12" fmla="*/ 1590474 w 3817138"/>
              <a:gd name="connsiteY12" fmla="*/ 715792 h 715792"/>
              <a:gd name="connsiteX13" fmla="*/ 636190 w 3817138"/>
              <a:gd name="connsiteY13" fmla="*/ 715792 h 715792"/>
              <a:gd name="connsiteX14" fmla="*/ 636190 w 3817138"/>
              <a:gd name="connsiteY14" fmla="*/ 715792 h 715792"/>
              <a:gd name="connsiteX15" fmla="*/ 119301 w 3817138"/>
              <a:gd name="connsiteY15" fmla="*/ 715792 h 715792"/>
              <a:gd name="connsiteX16" fmla="*/ 0 w 3817138"/>
              <a:gd name="connsiteY16" fmla="*/ 596491 h 715792"/>
              <a:gd name="connsiteX17" fmla="*/ 0 w 3817138"/>
              <a:gd name="connsiteY17" fmla="*/ 596493 h 715792"/>
              <a:gd name="connsiteX18" fmla="*/ -407556 w 3817138"/>
              <a:gd name="connsiteY18" fmla="*/ 370637 h 715792"/>
              <a:gd name="connsiteX19" fmla="*/ 0 w 3817138"/>
              <a:gd name="connsiteY19" fmla="*/ 417545 h 715792"/>
              <a:gd name="connsiteX20" fmla="*/ 0 w 3817138"/>
              <a:gd name="connsiteY20" fmla="*/ 119301 h 715792"/>
              <a:gd name="connsiteX0" fmla="*/ 398320 w 4215458"/>
              <a:gd name="connsiteY0" fmla="*/ 119301 h 715792"/>
              <a:gd name="connsiteX1" fmla="*/ 517621 w 4215458"/>
              <a:gd name="connsiteY1" fmla="*/ 0 h 715792"/>
              <a:gd name="connsiteX2" fmla="*/ 1034510 w 4215458"/>
              <a:gd name="connsiteY2" fmla="*/ 0 h 715792"/>
              <a:gd name="connsiteX3" fmla="*/ 1034510 w 4215458"/>
              <a:gd name="connsiteY3" fmla="*/ 0 h 715792"/>
              <a:gd name="connsiteX4" fmla="*/ 1988794 w 4215458"/>
              <a:gd name="connsiteY4" fmla="*/ 0 h 715792"/>
              <a:gd name="connsiteX5" fmla="*/ 4096157 w 4215458"/>
              <a:gd name="connsiteY5" fmla="*/ 0 h 715792"/>
              <a:gd name="connsiteX6" fmla="*/ 4215458 w 4215458"/>
              <a:gd name="connsiteY6" fmla="*/ 119301 h 715792"/>
              <a:gd name="connsiteX7" fmla="*/ 4215458 w 4215458"/>
              <a:gd name="connsiteY7" fmla="*/ 417545 h 715792"/>
              <a:gd name="connsiteX8" fmla="*/ 4215458 w 4215458"/>
              <a:gd name="connsiteY8" fmla="*/ 417545 h 715792"/>
              <a:gd name="connsiteX9" fmla="*/ 4215458 w 4215458"/>
              <a:gd name="connsiteY9" fmla="*/ 596493 h 715792"/>
              <a:gd name="connsiteX10" fmla="*/ 4215458 w 4215458"/>
              <a:gd name="connsiteY10" fmla="*/ 596491 h 715792"/>
              <a:gd name="connsiteX11" fmla="*/ 4096157 w 4215458"/>
              <a:gd name="connsiteY11" fmla="*/ 715792 h 715792"/>
              <a:gd name="connsiteX12" fmla="*/ 1988794 w 4215458"/>
              <a:gd name="connsiteY12" fmla="*/ 715792 h 715792"/>
              <a:gd name="connsiteX13" fmla="*/ 1034510 w 4215458"/>
              <a:gd name="connsiteY13" fmla="*/ 715792 h 715792"/>
              <a:gd name="connsiteX14" fmla="*/ 1034510 w 4215458"/>
              <a:gd name="connsiteY14" fmla="*/ 715792 h 715792"/>
              <a:gd name="connsiteX15" fmla="*/ 517621 w 4215458"/>
              <a:gd name="connsiteY15" fmla="*/ 715792 h 715792"/>
              <a:gd name="connsiteX16" fmla="*/ 398320 w 4215458"/>
              <a:gd name="connsiteY16" fmla="*/ 596491 h 715792"/>
              <a:gd name="connsiteX17" fmla="*/ 398320 w 4215458"/>
              <a:gd name="connsiteY17" fmla="*/ 596493 h 715792"/>
              <a:gd name="connsiteX18" fmla="*/ 0 w 4215458"/>
              <a:gd name="connsiteY18" fmla="*/ 573837 h 715792"/>
              <a:gd name="connsiteX19" fmla="*/ 398320 w 4215458"/>
              <a:gd name="connsiteY19" fmla="*/ 417545 h 715792"/>
              <a:gd name="connsiteX20" fmla="*/ 398320 w 4215458"/>
              <a:gd name="connsiteY20" fmla="*/ 119301 h 71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215458" h="715792">
                <a:moveTo>
                  <a:pt x="398320" y="119301"/>
                </a:moveTo>
                <a:cubicBezTo>
                  <a:pt x="398320" y="53413"/>
                  <a:pt x="451733" y="0"/>
                  <a:pt x="517621" y="0"/>
                </a:cubicBezTo>
                <a:lnTo>
                  <a:pt x="1034510" y="0"/>
                </a:lnTo>
                <a:lnTo>
                  <a:pt x="1034510" y="0"/>
                </a:lnTo>
                <a:lnTo>
                  <a:pt x="1988794" y="0"/>
                </a:lnTo>
                <a:lnTo>
                  <a:pt x="4096157" y="0"/>
                </a:lnTo>
                <a:cubicBezTo>
                  <a:pt x="4162045" y="0"/>
                  <a:pt x="4215458" y="53413"/>
                  <a:pt x="4215458" y="119301"/>
                </a:cubicBezTo>
                <a:lnTo>
                  <a:pt x="4215458" y="417545"/>
                </a:lnTo>
                <a:lnTo>
                  <a:pt x="4215458" y="417545"/>
                </a:lnTo>
                <a:lnTo>
                  <a:pt x="4215458" y="596493"/>
                </a:lnTo>
                <a:lnTo>
                  <a:pt x="4215458" y="596491"/>
                </a:lnTo>
                <a:cubicBezTo>
                  <a:pt x="4215458" y="662379"/>
                  <a:pt x="4162045" y="715792"/>
                  <a:pt x="4096157" y="715792"/>
                </a:cubicBezTo>
                <a:lnTo>
                  <a:pt x="1988794" y="715792"/>
                </a:lnTo>
                <a:lnTo>
                  <a:pt x="1034510" y="715792"/>
                </a:lnTo>
                <a:lnTo>
                  <a:pt x="1034510" y="715792"/>
                </a:lnTo>
                <a:lnTo>
                  <a:pt x="517621" y="715792"/>
                </a:lnTo>
                <a:cubicBezTo>
                  <a:pt x="451733" y="715792"/>
                  <a:pt x="398320" y="662379"/>
                  <a:pt x="398320" y="596491"/>
                </a:cubicBezTo>
                <a:lnTo>
                  <a:pt x="398320" y="596493"/>
                </a:lnTo>
                <a:lnTo>
                  <a:pt x="0" y="573837"/>
                </a:lnTo>
                <a:lnTo>
                  <a:pt x="398320" y="417545"/>
                </a:lnTo>
                <a:lnTo>
                  <a:pt x="398320" y="119301"/>
                </a:lnTo>
                <a:close/>
              </a:path>
            </a:pathLst>
          </a:custGeom>
          <a:gradFill>
            <a:gsLst>
              <a:gs pos="13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sz="2000" dirty="0">
              <a:solidFill>
                <a:srgbClr val="05BC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Bulle narrative : rectangle à coins arrondis 19">
            <a:extLst>
              <a:ext uri="{FF2B5EF4-FFF2-40B4-BE49-F238E27FC236}">
                <a16:creationId xmlns:a16="http://schemas.microsoft.com/office/drawing/2014/main" id="{23F49354-5917-4287-B77F-275B3332DC5C}"/>
              </a:ext>
            </a:extLst>
          </p:cNvPr>
          <p:cNvSpPr/>
          <p:nvPr/>
        </p:nvSpPr>
        <p:spPr>
          <a:xfrm rot="10800000" flipV="1">
            <a:off x="3279536" y="4355840"/>
            <a:ext cx="3907828" cy="715792"/>
          </a:xfrm>
          <a:custGeom>
            <a:avLst/>
            <a:gdLst>
              <a:gd name="connsiteX0" fmla="*/ 0 w 3817138"/>
              <a:gd name="connsiteY0" fmla="*/ 119301 h 715792"/>
              <a:gd name="connsiteX1" fmla="*/ 119301 w 3817138"/>
              <a:gd name="connsiteY1" fmla="*/ 0 h 715792"/>
              <a:gd name="connsiteX2" fmla="*/ 636190 w 3817138"/>
              <a:gd name="connsiteY2" fmla="*/ 0 h 715792"/>
              <a:gd name="connsiteX3" fmla="*/ 636190 w 3817138"/>
              <a:gd name="connsiteY3" fmla="*/ 0 h 715792"/>
              <a:gd name="connsiteX4" fmla="*/ 1590474 w 3817138"/>
              <a:gd name="connsiteY4" fmla="*/ 0 h 715792"/>
              <a:gd name="connsiteX5" fmla="*/ 3697837 w 3817138"/>
              <a:gd name="connsiteY5" fmla="*/ 0 h 715792"/>
              <a:gd name="connsiteX6" fmla="*/ 3817138 w 3817138"/>
              <a:gd name="connsiteY6" fmla="*/ 119301 h 715792"/>
              <a:gd name="connsiteX7" fmla="*/ 3817138 w 3817138"/>
              <a:gd name="connsiteY7" fmla="*/ 417545 h 715792"/>
              <a:gd name="connsiteX8" fmla="*/ 3817138 w 3817138"/>
              <a:gd name="connsiteY8" fmla="*/ 417545 h 715792"/>
              <a:gd name="connsiteX9" fmla="*/ 3817138 w 3817138"/>
              <a:gd name="connsiteY9" fmla="*/ 596493 h 715792"/>
              <a:gd name="connsiteX10" fmla="*/ 3817138 w 3817138"/>
              <a:gd name="connsiteY10" fmla="*/ 596491 h 715792"/>
              <a:gd name="connsiteX11" fmla="*/ 3697837 w 3817138"/>
              <a:gd name="connsiteY11" fmla="*/ 715792 h 715792"/>
              <a:gd name="connsiteX12" fmla="*/ 1590474 w 3817138"/>
              <a:gd name="connsiteY12" fmla="*/ 715792 h 715792"/>
              <a:gd name="connsiteX13" fmla="*/ 636190 w 3817138"/>
              <a:gd name="connsiteY13" fmla="*/ 715792 h 715792"/>
              <a:gd name="connsiteX14" fmla="*/ 636190 w 3817138"/>
              <a:gd name="connsiteY14" fmla="*/ 715792 h 715792"/>
              <a:gd name="connsiteX15" fmla="*/ 119301 w 3817138"/>
              <a:gd name="connsiteY15" fmla="*/ 715792 h 715792"/>
              <a:gd name="connsiteX16" fmla="*/ 0 w 3817138"/>
              <a:gd name="connsiteY16" fmla="*/ 596491 h 715792"/>
              <a:gd name="connsiteX17" fmla="*/ 0 w 3817138"/>
              <a:gd name="connsiteY17" fmla="*/ 596493 h 715792"/>
              <a:gd name="connsiteX18" fmla="*/ -407556 w 3817138"/>
              <a:gd name="connsiteY18" fmla="*/ 370637 h 715792"/>
              <a:gd name="connsiteX19" fmla="*/ 0 w 3817138"/>
              <a:gd name="connsiteY19" fmla="*/ 417545 h 715792"/>
              <a:gd name="connsiteX20" fmla="*/ 0 w 3817138"/>
              <a:gd name="connsiteY20" fmla="*/ 119301 h 715792"/>
              <a:gd name="connsiteX0" fmla="*/ 398320 w 4215458"/>
              <a:gd name="connsiteY0" fmla="*/ 119301 h 715792"/>
              <a:gd name="connsiteX1" fmla="*/ 517621 w 4215458"/>
              <a:gd name="connsiteY1" fmla="*/ 0 h 715792"/>
              <a:gd name="connsiteX2" fmla="*/ 1034510 w 4215458"/>
              <a:gd name="connsiteY2" fmla="*/ 0 h 715792"/>
              <a:gd name="connsiteX3" fmla="*/ 1034510 w 4215458"/>
              <a:gd name="connsiteY3" fmla="*/ 0 h 715792"/>
              <a:gd name="connsiteX4" fmla="*/ 1988794 w 4215458"/>
              <a:gd name="connsiteY4" fmla="*/ 0 h 715792"/>
              <a:gd name="connsiteX5" fmla="*/ 4096157 w 4215458"/>
              <a:gd name="connsiteY5" fmla="*/ 0 h 715792"/>
              <a:gd name="connsiteX6" fmla="*/ 4215458 w 4215458"/>
              <a:gd name="connsiteY6" fmla="*/ 119301 h 715792"/>
              <a:gd name="connsiteX7" fmla="*/ 4215458 w 4215458"/>
              <a:gd name="connsiteY7" fmla="*/ 417545 h 715792"/>
              <a:gd name="connsiteX8" fmla="*/ 4215458 w 4215458"/>
              <a:gd name="connsiteY8" fmla="*/ 417545 h 715792"/>
              <a:gd name="connsiteX9" fmla="*/ 4215458 w 4215458"/>
              <a:gd name="connsiteY9" fmla="*/ 596493 h 715792"/>
              <a:gd name="connsiteX10" fmla="*/ 4215458 w 4215458"/>
              <a:gd name="connsiteY10" fmla="*/ 596491 h 715792"/>
              <a:gd name="connsiteX11" fmla="*/ 4096157 w 4215458"/>
              <a:gd name="connsiteY11" fmla="*/ 715792 h 715792"/>
              <a:gd name="connsiteX12" fmla="*/ 1988794 w 4215458"/>
              <a:gd name="connsiteY12" fmla="*/ 715792 h 715792"/>
              <a:gd name="connsiteX13" fmla="*/ 1034510 w 4215458"/>
              <a:gd name="connsiteY13" fmla="*/ 715792 h 715792"/>
              <a:gd name="connsiteX14" fmla="*/ 1034510 w 4215458"/>
              <a:gd name="connsiteY14" fmla="*/ 715792 h 715792"/>
              <a:gd name="connsiteX15" fmla="*/ 517621 w 4215458"/>
              <a:gd name="connsiteY15" fmla="*/ 715792 h 715792"/>
              <a:gd name="connsiteX16" fmla="*/ 398320 w 4215458"/>
              <a:gd name="connsiteY16" fmla="*/ 596491 h 715792"/>
              <a:gd name="connsiteX17" fmla="*/ 398320 w 4215458"/>
              <a:gd name="connsiteY17" fmla="*/ 596493 h 715792"/>
              <a:gd name="connsiteX18" fmla="*/ 0 w 4215458"/>
              <a:gd name="connsiteY18" fmla="*/ 573837 h 715792"/>
              <a:gd name="connsiteX19" fmla="*/ 398320 w 4215458"/>
              <a:gd name="connsiteY19" fmla="*/ 417545 h 715792"/>
              <a:gd name="connsiteX20" fmla="*/ 398320 w 4215458"/>
              <a:gd name="connsiteY20" fmla="*/ 119301 h 71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215458" h="715792">
                <a:moveTo>
                  <a:pt x="398320" y="119301"/>
                </a:moveTo>
                <a:cubicBezTo>
                  <a:pt x="398320" y="53413"/>
                  <a:pt x="451733" y="0"/>
                  <a:pt x="517621" y="0"/>
                </a:cubicBezTo>
                <a:lnTo>
                  <a:pt x="1034510" y="0"/>
                </a:lnTo>
                <a:lnTo>
                  <a:pt x="1034510" y="0"/>
                </a:lnTo>
                <a:lnTo>
                  <a:pt x="1988794" y="0"/>
                </a:lnTo>
                <a:lnTo>
                  <a:pt x="4096157" y="0"/>
                </a:lnTo>
                <a:cubicBezTo>
                  <a:pt x="4162045" y="0"/>
                  <a:pt x="4215458" y="53413"/>
                  <a:pt x="4215458" y="119301"/>
                </a:cubicBezTo>
                <a:lnTo>
                  <a:pt x="4215458" y="417545"/>
                </a:lnTo>
                <a:lnTo>
                  <a:pt x="4215458" y="417545"/>
                </a:lnTo>
                <a:lnTo>
                  <a:pt x="4215458" y="596493"/>
                </a:lnTo>
                <a:lnTo>
                  <a:pt x="4215458" y="596491"/>
                </a:lnTo>
                <a:cubicBezTo>
                  <a:pt x="4215458" y="662379"/>
                  <a:pt x="4162045" y="715792"/>
                  <a:pt x="4096157" y="715792"/>
                </a:cubicBezTo>
                <a:lnTo>
                  <a:pt x="1988794" y="715792"/>
                </a:lnTo>
                <a:lnTo>
                  <a:pt x="1034510" y="715792"/>
                </a:lnTo>
                <a:lnTo>
                  <a:pt x="1034510" y="715792"/>
                </a:lnTo>
                <a:lnTo>
                  <a:pt x="517621" y="715792"/>
                </a:lnTo>
                <a:cubicBezTo>
                  <a:pt x="451733" y="715792"/>
                  <a:pt x="398320" y="662379"/>
                  <a:pt x="398320" y="596491"/>
                </a:cubicBezTo>
                <a:lnTo>
                  <a:pt x="398320" y="596493"/>
                </a:lnTo>
                <a:lnTo>
                  <a:pt x="0" y="573837"/>
                </a:lnTo>
                <a:lnTo>
                  <a:pt x="398320" y="417545"/>
                </a:lnTo>
                <a:lnTo>
                  <a:pt x="398320" y="119301"/>
                </a:lnTo>
                <a:close/>
              </a:path>
            </a:pathLst>
          </a:custGeom>
          <a:gradFill>
            <a:gsLst>
              <a:gs pos="13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sz="2000" dirty="0">
              <a:solidFill>
                <a:srgbClr val="05BC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Bulle narrative : rectangle à coins arrondis 19">
            <a:extLst>
              <a:ext uri="{FF2B5EF4-FFF2-40B4-BE49-F238E27FC236}">
                <a16:creationId xmlns:a16="http://schemas.microsoft.com/office/drawing/2014/main" id="{24027891-BAA8-4408-90B9-9B35DD371B1B}"/>
              </a:ext>
            </a:extLst>
          </p:cNvPr>
          <p:cNvSpPr/>
          <p:nvPr/>
        </p:nvSpPr>
        <p:spPr>
          <a:xfrm rot="10800000" flipV="1">
            <a:off x="3936482" y="5372634"/>
            <a:ext cx="4703298" cy="715792"/>
          </a:xfrm>
          <a:custGeom>
            <a:avLst/>
            <a:gdLst>
              <a:gd name="connsiteX0" fmla="*/ 0 w 3817138"/>
              <a:gd name="connsiteY0" fmla="*/ 119301 h 715792"/>
              <a:gd name="connsiteX1" fmla="*/ 119301 w 3817138"/>
              <a:gd name="connsiteY1" fmla="*/ 0 h 715792"/>
              <a:gd name="connsiteX2" fmla="*/ 636190 w 3817138"/>
              <a:gd name="connsiteY2" fmla="*/ 0 h 715792"/>
              <a:gd name="connsiteX3" fmla="*/ 636190 w 3817138"/>
              <a:gd name="connsiteY3" fmla="*/ 0 h 715792"/>
              <a:gd name="connsiteX4" fmla="*/ 1590474 w 3817138"/>
              <a:gd name="connsiteY4" fmla="*/ 0 h 715792"/>
              <a:gd name="connsiteX5" fmla="*/ 3697837 w 3817138"/>
              <a:gd name="connsiteY5" fmla="*/ 0 h 715792"/>
              <a:gd name="connsiteX6" fmla="*/ 3817138 w 3817138"/>
              <a:gd name="connsiteY6" fmla="*/ 119301 h 715792"/>
              <a:gd name="connsiteX7" fmla="*/ 3817138 w 3817138"/>
              <a:gd name="connsiteY7" fmla="*/ 417545 h 715792"/>
              <a:gd name="connsiteX8" fmla="*/ 3817138 w 3817138"/>
              <a:gd name="connsiteY8" fmla="*/ 417545 h 715792"/>
              <a:gd name="connsiteX9" fmla="*/ 3817138 w 3817138"/>
              <a:gd name="connsiteY9" fmla="*/ 596493 h 715792"/>
              <a:gd name="connsiteX10" fmla="*/ 3817138 w 3817138"/>
              <a:gd name="connsiteY10" fmla="*/ 596491 h 715792"/>
              <a:gd name="connsiteX11" fmla="*/ 3697837 w 3817138"/>
              <a:gd name="connsiteY11" fmla="*/ 715792 h 715792"/>
              <a:gd name="connsiteX12" fmla="*/ 1590474 w 3817138"/>
              <a:gd name="connsiteY12" fmla="*/ 715792 h 715792"/>
              <a:gd name="connsiteX13" fmla="*/ 636190 w 3817138"/>
              <a:gd name="connsiteY13" fmla="*/ 715792 h 715792"/>
              <a:gd name="connsiteX14" fmla="*/ 636190 w 3817138"/>
              <a:gd name="connsiteY14" fmla="*/ 715792 h 715792"/>
              <a:gd name="connsiteX15" fmla="*/ 119301 w 3817138"/>
              <a:gd name="connsiteY15" fmla="*/ 715792 h 715792"/>
              <a:gd name="connsiteX16" fmla="*/ 0 w 3817138"/>
              <a:gd name="connsiteY16" fmla="*/ 596491 h 715792"/>
              <a:gd name="connsiteX17" fmla="*/ 0 w 3817138"/>
              <a:gd name="connsiteY17" fmla="*/ 596493 h 715792"/>
              <a:gd name="connsiteX18" fmla="*/ -407556 w 3817138"/>
              <a:gd name="connsiteY18" fmla="*/ 370637 h 715792"/>
              <a:gd name="connsiteX19" fmla="*/ 0 w 3817138"/>
              <a:gd name="connsiteY19" fmla="*/ 417545 h 715792"/>
              <a:gd name="connsiteX20" fmla="*/ 0 w 3817138"/>
              <a:gd name="connsiteY20" fmla="*/ 119301 h 715792"/>
              <a:gd name="connsiteX0" fmla="*/ 398320 w 4215458"/>
              <a:gd name="connsiteY0" fmla="*/ 119301 h 715792"/>
              <a:gd name="connsiteX1" fmla="*/ 517621 w 4215458"/>
              <a:gd name="connsiteY1" fmla="*/ 0 h 715792"/>
              <a:gd name="connsiteX2" fmla="*/ 1034510 w 4215458"/>
              <a:gd name="connsiteY2" fmla="*/ 0 h 715792"/>
              <a:gd name="connsiteX3" fmla="*/ 1034510 w 4215458"/>
              <a:gd name="connsiteY3" fmla="*/ 0 h 715792"/>
              <a:gd name="connsiteX4" fmla="*/ 1988794 w 4215458"/>
              <a:gd name="connsiteY4" fmla="*/ 0 h 715792"/>
              <a:gd name="connsiteX5" fmla="*/ 4096157 w 4215458"/>
              <a:gd name="connsiteY5" fmla="*/ 0 h 715792"/>
              <a:gd name="connsiteX6" fmla="*/ 4215458 w 4215458"/>
              <a:gd name="connsiteY6" fmla="*/ 119301 h 715792"/>
              <a:gd name="connsiteX7" fmla="*/ 4215458 w 4215458"/>
              <a:gd name="connsiteY7" fmla="*/ 417545 h 715792"/>
              <a:gd name="connsiteX8" fmla="*/ 4215458 w 4215458"/>
              <a:gd name="connsiteY8" fmla="*/ 417545 h 715792"/>
              <a:gd name="connsiteX9" fmla="*/ 4215458 w 4215458"/>
              <a:gd name="connsiteY9" fmla="*/ 596493 h 715792"/>
              <a:gd name="connsiteX10" fmla="*/ 4215458 w 4215458"/>
              <a:gd name="connsiteY10" fmla="*/ 596491 h 715792"/>
              <a:gd name="connsiteX11" fmla="*/ 4096157 w 4215458"/>
              <a:gd name="connsiteY11" fmla="*/ 715792 h 715792"/>
              <a:gd name="connsiteX12" fmla="*/ 1988794 w 4215458"/>
              <a:gd name="connsiteY12" fmla="*/ 715792 h 715792"/>
              <a:gd name="connsiteX13" fmla="*/ 1034510 w 4215458"/>
              <a:gd name="connsiteY13" fmla="*/ 715792 h 715792"/>
              <a:gd name="connsiteX14" fmla="*/ 1034510 w 4215458"/>
              <a:gd name="connsiteY14" fmla="*/ 715792 h 715792"/>
              <a:gd name="connsiteX15" fmla="*/ 517621 w 4215458"/>
              <a:gd name="connsiteY15" fmla="*/ 715792 h 715792"/>
              <a:gd name="connsiteX16" fmla="*/ 398320 w 4215458"/>
              <a:gd name="connsiteY16" fmla="*/ 596491 h 715792"/>
              <a:gd name="connsiteX17" fmla="*/ 398320 w 4215458"/>
              <a:gd name="connsiteY17" fmla="*/ 596493 h 715792"/>
              <a:gd name="connsiteX18" fmla="*/ 0 w 4215458"/>
              <a:gd name="connsiteY18" fmla="*/ 573837 h 715792"/>
              <a:gd name="connsiteX19" fmla="*/ 398320 w 4215458"/>
              <a:gd name="connsiteY19" fmla="*/ 417545 h 715792"/>
              <a:gd name="connsiteX20" fmla="*/ 398320 w 4215458"/>
              <a:gd name="connsiteY20" fmla="*/ 119301 h 71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215458" h="715792">
                <a:moveTo>
                  <a:pt x="398320" y="119301"/>
                </a:moveTo>
                <a:cubicBezTo>
                  <a:pt x="398320" y="53413"/>
                  <a:pt x="451733" y="0"/>
                  <a:pt x="517621" y="0"/>
                </a:cubicBezTo>
                <a:lnTo>
                  <a:pt x="1034510" y="0"/>
                </a:lnTo>
                <a:lnTo>
                  <a:pt x="1034510" y="0"/>
                </a:lnTo>
                <a:lnTo>
                  <a:pt x="1988794" y="0"/>
                </a:lnTo>
                <a:lnTo>
                  <a:pt x="4096157" y="0"/>
                </a:lnTo>
                <a:cubicBezTo>
                  <a:pt x="4162045" y="0"/>
                  <a:pt x="4215458" y="53413"/>
                  <a:pt x="4215458" y="119301"/>
                </a:cubicBezTo>
                <a:lnTo>
                  <a:pt x="4215458" y="417545"/>
                </a:lnTo>
                <a:lnTo>
                  <a:pt x="4215458" y="417545"/>
                </a:lnTo>
                <a:lnTo>
                  <a:pt x="4215458" y="596493"/>
                </a:lnTo>
                <a:lnTo>
                  <a:pt x="4215458" y="596491"/>
                </a:lnTo>
                <a:cubicBezTo>
                  <a:pt x="4215458" y="662379"/>
                  <a:pt x="4162045" y="715792"/>
                  <a:pt x="4096157" y="715792"/>
                </a:cubicBezTo>
                <a:lnTo>
                  <a:pt x="1988794" y="715792"/>
                </a:lnTo>
                <a:lnTo>
                  <a:pt x="1034510" y="715792"/>
                </a:lnTo>
                <a:lnTo>
                  <a:pt x="1034510" y="715792"/>
                </a:lnTo>
                <a:lnTo>
                  <a:pt x="517621" y="715792"/>
                </a:lnTo>
                <a:cubicBezTo>
                  <a:pt x="451733" y="715792"/>
                  <a:pt x="398320" y="662379"/>
                  <a:pt x="398320" y="596491"/>
                </a:cubicBezTo>
                <a:lnTo>
                  <a:pt x="398320" y="596493"/>
                </a:lnTo>
                <a:lnTo>
                  <a:pt x="0" y="573837"/>
                </a:lnTo>
                <a:lnTo>
                  <a:pt x="398320" y="417545"/>
                </a:lnTo>
                <a:lnTo>
                  <a:pt x="398320" y="119301"/>
                </a:lnTo>
                <a:close/>
              </a:path>
            </a:pathLst>
          </a:custGeom>
          <a:gradFill>
            <a:gsLst>
              <a:gs pos="13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sz="2000" dirty="0">
              <a:solidFill>
                <a:srgbClr val="7937A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FE37C3C-40AB-443F-8FE6-AD03DCE71073}"/>
              </a:ext>
            </a:extLst>
          </p:cNvPr>
          <p:cNvSpPr txBox="1"/>
          <p:nvPr/>
        </p:nvSpPr>
        <p:spPr>
          <a:xfrm>
            <a:off x="5995564" y="1841583"/>
            <a:ext cx="33204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FC8C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endParaRPr lang="fr-CM" sz="2400" dirty="0">
              <a:solidFill>
                <a:srgbClr val="FC8C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1A25115C-8EDB-4CFD-86BF-2E5AD0280B6B}"/>
              </a:ext>
            </a:extLst>
          </p:cNvPr>
          <p:cNvSpPr txBox="1"/>
          <p:nvPr/>
        </p:nvSpPr>
        <p:spPr>
          <a:xfrm>
            <a:off x="7387488" y="2997054"/>
            <a:ext cx="36868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5B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DE CAS D’UTILISATION</a:t>
            </a:r>
            <a:endParaRPr lang="fr-CM" sz="2000" dirty="0">
              <a:solidFill>
                <a:srgbClr val="05BC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CB6CBDAC-5470-434D-9A6C-2E89F09EAED9}"/>
              </a:ext>
            </a:extLst>
          </p:cNvPr>
          <p:cNvSpPr txBox="1"/>
          <p:nvPr/>
        </p:nvSpPr>
        <p:spPr>
          <a:xfrm>
            <a:off x="4268357" y="5521010"/>
            <a:ext cx="36868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7937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DE SEQUENCE</a:t>
            </a:r>
            <a:endParaRPr lang="fr-CM" sz="2000" dirty="0">
              <a:solidFill>
                <a:srgbClr val="7937A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7CC184C-E39B-4A1C-AC6C-DE2862FB4B49}"/>
              </a:ext>
            </a:extLst>
          </p:cNvPr>
          <p:cNvSpPr txBox="1"/>
          <p:nvPr/>
        </p:nvSpPr>
        <p:spPr>
          <a:xfrm>
            <a:off x="3190243" y="4459158"/>
            <a:ext cx="36868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5BC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DE CLASSE</a:t>
            </a:r>
            <a:endParaRPr lang="fr-CM" sz="2000" dirty="0">
              <a:solidFill>
                <a:srgbClr val="05BC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A32F2-FB5B-FCF4-2BAF-8745DCB8B22D}"/>
              </a:ext>
            </a:extLst>
          </p:cNvPr>
          <p:cNvSpPr/>
          <p:nvPr/>
        </p:nvSpPr>
        <p:spPr>
          <a:xfrm>
            <a:off x="11317574" y="0"/>
            <a:ext cx="874426" cy="6858000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81BEB06-B32A-0FDF-E9F0-52956720038F}"/>
              </a:ext>
            </a:extLst>
          </p:cNvPr>
          <p:cNvSpPr txBox="1"/>
          <p:nvPr/>
        </p:nvSpPr>
        <p:spPr>
          <a:xfrm>
            <a:off x="3680967" y="646697"/>
            <a:ext cx="1494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/>
              <a:t>04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89F7DF-6999-B7F7-7518-5EE0961B2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57" y="2839729"/>
            <a:ext cx="1430897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45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  <p:bldP spid="13" grpId="0" animBg="1"/>
      <p:bldP spid="11" grpId="0" animBg="1"/>
      <p:bldP spid="88" grpId="0" animBg="1"/>
      <p:bldP spid="18" grpId="0"/>
      <p:bldP spid="89" grpId="0" animBg="1"/>
      <p:bldP spid="90" grpId="0" animBg="1"/>
      <p:bldP spid="91" grpId="0"/>
      <p:bldP spid="92" grpId="0" animBg="1"/>
      <p:bldP spid="93" grpId="0" animBg="1"/>
      <p:bldP spid="94" grpId="0"/>
      <p:bldP spid="95" grpId="0" animBg="1"/>
      <p:bldP spid="96" grpId="0" animBg="1"/>
      <p:bldP spid="97" grpId="0"/>
      <p:bldP spid="20" grpId="0" animBg="1"/>
      <p:bldP spid="98" grpId="0" animBg="1"/>
      <p:bldP spid="99" grpId="0" animBg="1"/>
      <p:bldP spid="100" grpId="0" animBg="1"/>
      <p:bldP spid="33" grpId="0"/>
      <p:bldP spid="101" grpId="0"/>
      <p:bldP spid="102" grpId="0"/>
      <p:bldP spid="10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140CDCB-1605-2FA2-F33B-F8057081E483}"/>
              </a:ext>
            </a:extLst>
          </p:cNvPr>
          <p:cNvSpPr/>
          <p:nvPr/>
        </p:nvSpPr>
        <p:spPr>
          <a:xfrm>
            <a:off x="0" y="-13807"/>
            <a:ext cx="12137326" cy="305628"/>
          </a:xfrm>
          <a:prstGeom prst="roundRect">
            <a:avLst>
              <a:gd name="adj" fmla="val 8445"/>
            </a:avLst>
          </a:prstGeom>
          <a:solidFill>
            <a:srgbClr val="005D7E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Organigramme : Connecteur 3">
            <a:extLst>
              <a:ext uri="{FF2B5EF4-FFF2-40B4-BE49-F238E27FC236}">
                <a16:creationId xmlns:a16="http://schemas.microsoft.com/office/drawing/2014/main" id="{F7688532-9805-4BF3-BA03-9215E06B59D1}"/>
              </a:ext>
            </a:extLst>
          </p:cNvPr>
          <p:cNvSpPr/>
          <p:nvPr/>
        </p:nvSpPr>
        <p:spPr>
          <a:xfrm rot="5400000">
            <a:off x="480078" y="2036778"/>
            <a:ext cx="2644239" cy="2843141"/>
          </a:xfrm>
          <a:prstGeom prst="flowChartConnector">
            <a:avLst/>
          </a:prstGeom>
          <a:solidFill>
            <a:srgbClr val="005D7E"/>
          </a:solidFill>
          <a:ln>
            <a:solidFill>
              <a:srgbClr val="005D7E"/>
            </a:solidFill>
          </a:ln>
          <a:scene3d>
            <a:camera prst="orthographicFront"/>
            <a:lightRig rig="threePt" dir="t"/>
          </a:scene3d>
          <a:sp3d>
            <a:bevelT w="165100"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500FD36-93AA-45E2-8D0E-FA5C21734915}"/>
              </a:ext>
            </a:extLst>
          </p:cNvPr>
          <p:cNvSpPr/>
          <p:nvPr/>
        </p:nvSpPr>
        <p:spPr>
          <a:xfrm>
            <a:off x="-434956" y="1588655"/>
            <a:ext cx="4095961" cy="3777672"/>
          </a:xfrm>
          <a:prstGeom prst="arc">
            <a:avLst>
              <a:gd name="adj1" fmla="val 16023859"/>
              <a:gd name="adj2" fmla="val 5673708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B25ACB70-EE38-4D55-B7D3-68CAB572AB16}"/>
              </a:ext>
            </a:extLst>
          </p:cNvPr>
          <p:cNvSpPr/>
          <p:nvPr/>
        </p:nvSpPr>
        <p:spPr>
          <a:xfrm>
            <a:off x="1200726" y="1443570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96BA6D43-53A2-4B4B-A542-2C3D2E67580C}"/>
              </a:ext>
            </a:extLst>
          </p:cNvPr>
          <p:cNvSpPr/>
          <p:nvPr/>
        </p:nvSpPr>
        <p:spPr>
          <a:xfrm>
            <a:off x="1167343" y="5249327"/>
            <a:ext cx="216000" cy="23400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7A4404FA-A0B5-4263-B84B-5C39358833D8}"/>
              </a:ext>
            </a:extLst>
          </p:cNvPr>
          <p:cNvSpPr/>
          <p:nvPr/>
        </p:nvSpPr>
        <p:spPr>
          <a:xfrm>
            <a:off x="3549684" y="3461935"/>
            <a:ext cx="216000" cy="234000"/>
          </a:xfrm>
          <a:prstGeom prst="flowChartConnector">
            <a:avLst/>
          </a:prstGeom>
          <a:solidFill>
            <a:schemeClr val="accent4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4" name="Organigramme : Connecteur 13">
            <a:extLst>
              <a:ext uri="{FF2B5EF4-FFF2-40B4-BE49-F238E27FC236}">
                <a16:creationId xmlns:a16="http://schemas.microsoft.com/office/drawing/2014/main" id="{85FDEEF2-1960-4FC8-826D-6C9356F0D688}"/>
              </a:ext>
            </a:extLst>
          </p:cNvPr>
          <p:cNvSpPr/>
          <p:nvPr/>
        </p:nvSpPr>
        <p:spPr>
          <a:xfrm>
            <a:off x="2311316" y="5084269"/>
            <a:ext cx="216000" cy="234000"/>
          </a:xfrm>
          <a:prstGeom prst="flowChartConnector">
            <a:avLst/>
          </a:prstGeom>
          <a:solidFill>
            <a:srgbClr val="669900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425729D4-03C4-4095-BA75-5D7A7FCD13F0}"/>
              </a:ext>
            </a:extLst>
          </p:cNvPr>
          <p:cNvSpPr/>
          <p:nvPr/>
        </p:nvSpPr>
        <p:spPr>
          <a:xfrm>
            <a:off x="2320108" y="1625376"/>
            <a:ext cx="216000" cy="234000"/>
          </a:xfrm>
          <a:prstGeom prst="flowChartConnector">
            <a:avLst/>
          </a:prstGeom>
          <a:solidFill>
            <a:srgbClr val="6666F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1FD6E41-7C8E-4F4D-BC81-4C7001224FE2}"/>
              </a:ext>
            </a:extLst>
          </p:cNvPr>
          <p:cNvGrpSpPr/>
          <p:nvPr/>
        </p:nvGrpSpPr>
        <p:grpSpPr>
          <a:xfrm>
            <a:off x="2561893" y="1425575"/>
            <a:ext cx="815749" cy="209798"/>
            <a:chOff x="2536108" y="1491668"/>
            <a:chExt cx="815749" cy="209798"/>
          </a:xfrm>
        </p:grpSpPr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9BF0BC59-AF18-46B5-90B9-9803C1BEB9A3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0D8B4E68-1E7E-4A52-8C02-7F42DD26BCDC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rganigramme : Connecteur 28">
            <a:extLst>
              <a:ext uri="{FF2B5EF4-FFF2-40B4-BE49-F238E27FC236}">
                <a16:creationId xmlns:a16="http://schemas.microsoft.com/office/drawing/2014/main" id="{3316AD8F-064F-45CC-8AD5-3826447547DE}"/>
              </a:ext>
            </a:extLst>
          </p:cNvPr>
          <p:cNvSpPr/>
          <p:nvPr/>
        </p:nvSpPr>
        <p:spPr>
          <a:xfrm>
            <a:off x="3223770" y="2321542"/>
            <a:ext cx="216000" cy="234000"/>
          </a:xfrm>
          <a:prstGeom prst="flowChartConnector">
            <a:avLst/>
          </a:prstGeom>
          <a:solidFill>
            <a:srgbClr val="99CCFF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32617F7-699B-40DC-8692-B8465D27D9E2}"/>
              </a:ext>
            </a:extLst>
          </p:cNvPr>
          <p:cNvGrpSpPr/>
          <p:nvPr/>
        </p:nvGrpSpPr>
        <p:grpSpPr>
          <a:xfrm flipV="1">
            <a:off x="2510463" y="5343143"/>
            <a:ext cx="815749" cy="209798"/>
            <a:chOff x="2536108" y="1491668"/>
            <a:chExt cx="815749" cy="209798"/>
          </a:xfrm>
        </p:grpSpPr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B5BFC382-FAC5-4188-9CAC-F4E2349DF9C2}"/>
                </a:ext>
              </a:extLst>
            </p:cNvPr>
            <p:cNvCxnSpPr/>
            <p:nvPr/>
          </p:nvCxnSpPr>
          <p:spPr>
            <a:xfrm flipV="1">
              <a:off x="2536108" y="1491668"/>
              <a:ext cx="336401" cy="209798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362992FE-C78C-4F88-A61D-E95EA191F018}"/>
                </a:ext>
              </a:extLst>
            </p:cNvPr>
            <p:cNvCxnSpPr/>
            <p:nvPr/>
          </p:nvCxnSpPr>
          <p:spPr>
            <a:xfrm>
              <a:off x="2872509" y="1491668"/>
              <a:ext cx="479348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642ECDA3-B710-4320-88CF-BBF704F53571}"/>
              </a:ext>
            </a:extLst>
          </p:cNvPr>
          <p:cNvCxnSpPr/>
          <p:nvPr/>
        </p:nvCxnSpPr>
        <p:spPr>
          <a:xfrm>
            <a:off x="3496639" y="2398159"/>
            <a:ext cx="1209964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D38934A-9B14-4FDD-B30E-EC450FFD4350}"/>
              </a:ext>
            </a:extLst>
          </p:cNvPr>
          <p:cNvCxnSpPr/>
          <p:nvPr/>
        </p:nvCxnSpPr>
        <p:spPr>
          <a:xfrm>
            <a:off x="3826808" y="3569226"/>
            <a:ext cx="1209964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1C8909BB-4165-4B0E-84E4-AB951F25333E}"/>
              </a:ext>
            </a:extLst>
          </p:cNvPr>
          <p:cNvSpPr/>
          <p:nvPr/>
        </p:nvSpPr>
        <p:spPr>
          <a:xfrm>
            <a:off x="3459142" y="836063"/>
            <a:ext cx="4474762" cy="900048"/>
          </a:xfrm>
          <a:prstGeom prst="roundRect">
            <a:avLst>
              <a:gd name="adj" fmla="val 50000"/>
            </a:avLst>
          </a:prstGeom>
          <a:solidFill>
            <a:srgbClr val="6666FF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fr-C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51EEC4B4-9BD2-41A2-91ED-7ACDEDEC1D19}"/>
              </a:ext>
            </a:extLst>
          </p:cNvPr>
          <p:cNvSpPr/>
          <p:nvPr/>
        </p:nvSpPr>
        <p:spPr>
          <a:xfrm>
            <a:off x="4789643" y="2093892"/>
            <a:ext cx="3960000" cy="782058"/>
          </a:xfrm>
          <a:prstGeom prst="roundRect">
            <a:avLst>
              <a:gd name="adj" fmla="val 50000"/>
            </a:avLst>
          </a:prstGeom>
          <a:solidFill>
            <a:srgbClr val="9999FF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fr-C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0C443C45-945F-45D9-8241-821EA3AFBC1A}"/>
              </a:ext>
            </a:extLst>
          </p:cNvPr>
          <p:cNvSpPr/>
          <p:nvPr/>
        </p:nvSpPr>
        <p:spPr>
          <a:xfrm>
            <a:off x="5097896" y="3184246"/>
            <a:ext cx="4885298" cy="76547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5</a:t>
            </a:r>
            <a:endParaRPr lang="fr-C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5BF8E64B-3DE8-4026-B022-508CE9E08D31}"/>
              </a:ext>
            </a:extLst>
          </p:cNvPr>
          <p:cNvSpPr/>
          <p:nvPr/>
        </p:nvSpPr>
        <p:spPr>
          <a:xfrm>
            <a:off x="3416380" y="5266940"/>
            <a:ext cx="3960000" cy="75248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3</a:t>
            </a:r>
            <a:endParaRPr lang="fr-C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D25072D-3205-4FFD-9A8E-D76990580AC1}"/>
              </a:ext>
            </a:extLst>
          </p:cNvPr>
          <p:cNvSpPr txBox="1"/>
          <p:nvPr/>
        </p:nvSpPr>
        <p:spPr>
          <a:xfrm>
            <a:off x="671045" y="3244334"/>
            <a:ext cx="237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fr-CM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D7C75C71-2C2A-4884-A487-2288DED37772}"/>
              </a:ext>
            </a:extLst>
          </p:cNvPr>
          <p:cNvSpPr/>
          <p:nvPr/>
        </p:nvSpPr>
        <p:spPr>
          <a:xfrm>
            <a:off x="3191591" y="4427739"/>
            <a:ext cx="216000" cy="234000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256CCABB-A443-4442-A9D8-9E5A2858B2BF}"/>
              </a:ext>
            </a:extLst>
          </p:cNvPr>
          <p:cNvSpPr/>
          <p:nvPr/>
        </p:nvSpPr>
        <p:spPr>
          <a:xfrm>
            <a:off x="4722459" y="4262507"/>
            <a:ext cx="4885298" cy="71606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fr-CM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8C565360-7CD0-44C1-B22E-DD86B058D5D3}"/>
              </a:ext>
            </a:extLst>
          </p:cNvPr>
          <p:cNvCxnSpPr/>
          <p:nvPr/>
        </p:nvCxnSpPr>
        <p:spPr>
          <a:xfrm>
            <a:off x="3460043" y="4589879"/>
            <a:ext cx="1209964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3EA2BB0D-A293-463B-A50C-4FD250075294}"/>
              </a:ext>
            </a:extLst>
          </p:cNvPr>
          <p:cNvSpPr txBox="1"/>
          <p:nvPr/>
        </p:nvSpPr>
        <p:spPr>
          <a:xfrm>
            <a:off x="8529403" y="307225"/>
            <a:ext cx="2469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LANCER LE SOFT</a:t>
            </a:r>
            <a:endParaRPr lang="fr-CM" sz="20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992883F-F475-B321-C23F-569D3A89A75F}"/>
              </a:ext>
            </a:extLst>
          </p:cNvPr>
          <p:cNvSpPr/>
          <p:nvPr/>
        </p:nvSpPr>
        <p:spPr>
          <a:xfrm rot="10800000" flipV="1">
            <a:off x="-1" y="6659587"/>
            <a:ext cx="12192000" cy="226081"/>
          </a:xfrm>
          <a:prstGeom prst="roundRect">
            <a:avLst/>
          </a:prstGeom>
          <a:solidFill>
            <a:srgbClr val="005D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DB4EE02-13AA-5C69-4BB9-84A364B2C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505" y="988234"/>
            <a:ext cx="614508" cy="595706"/>
          </a:xfrm>
          <a:prstGeom prst="rect">
            <a:avLst/>
          </a:prstGeom>
          <a:noFill/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2BD8963-CF22-E19A-5B4A-1C70E80E8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15" y="2321542"/>
            <a:ext cx="485183" cy="404902"/>
          </a:xfrm>
          <a:prstGeom prst="rect">
            <a:avLst/>
          </a:prstGeom>
          <a:noFill/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136DB56-95D8-132E-4E43-D6A6D77BBB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987" y="3318904"/>
            <a:ext cx="773047" cy="553027"/>
          </a:xfrm>
          <a:prstGeom prst="rect">
            <a:avLst/>
          </a:prstGeom>
          <a:noFill/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62F3B34-3479-0384-72CF-62B2F04129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14" y="4388644"/>
            <a:ext cx="594795" cy="476250"/>
          </a:xfrm>
          <a:prstGeom prst="rect">
            <a:avLst/>
          </a:prstGeom>
          <a:noFill/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9671E2E-E64B-6584-8DA6-4156F35276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84" y="5347638"/>
            <a:ext cx="874427" cy="593118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E0B08D-C152-2714-8A06-9DF332E60992}"/>
              </a:ext>
            </a:extLst>
          </p:cNvPr>
          <p:cNvSpPr/>
          <p:nvPr/>
        </p:nvSpPr>
        <p:spPr>
          <a:xfrm>
            <a:off x="11317574" y="0"/>
            <a:ext cx="874426" cy="6858000"/>
          </a:xfrm>
          <a:prstGeom prst="rect">
            <a:avLst/>
          </a:prstGeom>
          <a:solidFill>
            <a:srgbClr val="005D7E"/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6A1FA11B-6D3A-977E-1EEE-A63FF9F72F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403" y="5110894"/>
            <a:ext cx="2660096" cy="141637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DF25B89-4F0D-B7BA-FDFA-77A7FEB834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2" y="95108"/>
            <a:ext cx="1663387" cy="120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5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3" grpId="0" animBg="1"/>
      <p:bldP spid="14" grpId="0" animBg="1"/>
      <p:bldP spid="17" grpId="0" animBg="1"/>
      <p:bldP spid="29" grpId="0" animBg="1"/>
      <p:bldP spid="54" grpId="0"/>
      <p:bldP spid="61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>
          <a:xfrm>
            <a:off x="897775" y="2648572"/>
            <a:ext cx="10363200" cy="1057333"/>
          </a:xfrm>
        </p:spPr>
        <p:txBody>
          <a:bodyPr/>
          <a:lstStyle/>
          <a:p>
            <a:r>
              <a:rPr lang="en-US" altLang="ja-JP" dirty="0">
                <a:solidFill>
                  <a:srgbClr val="0070C0"/>
                </a:solidFill>
              </a:rPr>
              <a:t>Merci pour votre aimable attention!</a:t>
            </a:r>
            <a:endParaRPr kumimoji="1" lang="ja-JP" altLang="en-US" dirty="0">
              <a:solidFill>
                <a:srgbClr val="0070C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0E5BCAF-845E-474F-B6CD-89F896972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79"/>
            <a:ext cx="2741565" cy="181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8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19071</TotalTime>
  <Words>234</Words>
  <Application>Microsoft Office PowerPoint</Application>
  <PresentationFormat>Grand écran</PresentationFormat>
  <Paragraphs>76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8" baseType="lpstr">
      <vt:lpstr>Agency FB</vt:lpstr>
      <vt:lpstr>Arial</vt:lpstr>
      <vt:lpstr>Calibri</vt:lpstr>
      <vt:lpstr>Calibri Light</vt:lpstr>
      <vt:lpstr>Century Schoolbook</vt:lpstr>
      <vt:lpstr>Rage Italic</vt:lpstr>
      <vt:lpstr>Route 159 UltraLight</vt:lpstr>
      <vt:lpstr>Times New Roman</vt:lpstr>
      <vt:lpstr>Thème Office</vt:lpstr>
      <vt:lpstr>Présentation PowerPoint</vt:lpstr>
      <vt:lpstr>Soyez les bienvenus !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aimable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Soyez les bienvenus !</dc:title>
  <dc:creator>USER</dc:creator>
  <cp:lastModifiedBy>VADECK</cp:lastModifiedBy>
  <cp:revision>47</cp:revision>
  <dcterms:created xsi:type="dcterms:W3CDTF">2025-06-03T15:21:55Z</dcterms:created>
  <dcterms:modified xsi:type="dcterms:W3CDTF">2026-04-06T12:44:57Z</dcterms:modified>
</cp:coreProperties>
</file>