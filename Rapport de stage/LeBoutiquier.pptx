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1.JPG" ContentType="image/png"/>
  <Override PartName="/ppt/media/image12.JPG" ContentType="image/png"/>
  <Override PartName="/ppt/media/image13.JPG" ContentType="image/png"/>
  <Override PartName="/ppt/media/image14.JPG" ContentType="image/png"/>
  <Override PartName="/ppt/media/image15.JPG" ContentType="image/png"/>
  <Override PartName="/ppt/media/image16.JPG" ContentType="image/png"/>
  <Override PartName="/ppt/media/image17.JPG" ContentType="image/png"/>
  <Override PartName="/ppt/media/image18.JPG" ContentType="image/png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1" r:id="rId3"/>
    <p:sldId id="257" r:id="rId4"/>
    <p:sldId id="262" r:id="rId5"/>
    <p:sldId id="263" r:id="rId6"/>
    <p:sldId id="264" r:id="rId7"/>
    <p:sldId id="266" r:id="rId8"/>
    <p:sldId id="265" r:id="rId9"/>
    <p:sldId id="267" r:id="rId10"/>
    <p:sldId id="268" r:id="rId11"/>
  </p:sldIdLst>
  <p:sldSz cx="12192000" cy="6858000"/>
  <p:notesSz cx="6858000" cy="9144000"/>
  <p:defaultTextStyle>
    <a:defPPr>
      <a:defRPr lang="en-C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6A6"/>
    <a:srgbClr val="03B7F8"/>
    <a:srgbClr val="33CC33"/>
    <a:srgbClr val="FF5050"/>
    <a:srgbClr val="EA580C"/>
    <a:srgbClr val="FF0000"/>
    <a:srgbClr val="00FF99"/>
    <a:srgbClr val="FF6699"/>
    <a:srgbClr val="FF0066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20" autoAdjust="0"/>
    <p:restoredTop sz="94660"/>
  </p:normalViewPr>
  <p:slideViewPr>
    <p:cSldViewPr snapToGrid="0" showGuides="1">
      <p:cViewPr varScale="1">
        <p:scale>
          <a:sx n="64" d="100"/>
          <a:sy n="64" d="100"/>
        </p:scale>
        <p:origin x="51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436ECB-68A0-4DE3-9DAA-EE8BB5C081F5}" type="datetimeFigureOut">
              <a:rPr lang="fr-FR" smtClean="0"/>
              <a:t>12/04/2026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18D7A-5325-4FAE-88FD-588D7AE8FCE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48926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baseline="0" dirty="0">
                <a:latin typeface="+mn-lt"/>
              </a:rPr>
              <a:t> </a:t>
            </a:r>
            <a:endParaRPr lang="fr-FR" sz="1800" dirty="0">
              <a:latin typeface="+mn-lt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54F288-1C22-443F-87CB-5FBC88650FBA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1554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800" baseline="0" dirty="0">
                <a:latin typeface="+mn-lt"/>
              </a:rPr>
              <a:t> </a:t>
            </a:r>
            <a:endParaRPr lang="fr-FR" sz="1800" dirty="0">
              <a:latin typeface="+mn-lt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54F288-1C22-443F-87CB-5FBC88650FBA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217936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0DC5F0-15B7-4A2C-B5F6-26BEE786C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2EE738-BAC6-40B7-BC05-623A77F765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FA8FAD-6C2F-4D3B-8D41-F085E3E86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A723A-853C-457E-8B21-0D1374593909}" type="datetimeFigureOut">
              <a:rPr lang="fr-FR" smtClean="0"/>
              <a:t>12/04/2026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C9D190-095A-4E93-889C-1BBA6732A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A37D5C-041A-45D8-B7E8-DBA8D3335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F2CF-062A-4BF0-9FB7-65BF74B7B91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933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5EA352-A711-4940-9347-2E0E2C388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81B0D8-626E-4EA7-918E-E2127BEC16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B519BD-3E00-49B2-867D-317B530CE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A723A-853C-457E-8B21-0D1374593909}" type="datetimeFigureOut">
              <a:rPr lang="fr-FR" smtClean="0"/>
              <a:t>12/04/2026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428C69-51FC-4225-86E2-6E6601EA2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6DB12E-2987-4DF1-9CF7-AD9D1AAEA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F2CF-062A-4BF0-9FB7-65BF74B7B91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45199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B598E9-FD93-4AEB-9916-5309667E5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0D358D-561F-47C1-B17B-1F3911E70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5F0EB9-770F-4512-8E12-F82D30B4D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A723A-853C-457E-8B21-0D1374593909}" type="datetimeFigureOut">
              <a:rPr lang="fr-FR" smtClean="0"/>
              <a:t>12/04/2026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1A941C-1E70-47AD-ABBB-0D5612849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3AE343-4196-4FCD-B9E2-340E2958E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F2CF-062A-4BF0-9FB7-65BF74B7B91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62101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26FEB3-F577-4AFC-AE35-075289E03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401E05-97FA-4F60-A5EB-68A46CC570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62774CC-613A-4779-9ADA-3A8748152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73D1B66-6227-425A-B530-BB5BCDE13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A723A-853C-457E-8B21-0D1374593909}" type="datetimeFigureOut">
              <a:rPr lang="fr-FR" smtClean="0"/>
              <a:t>12/04/2026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2F9AED-B93E-4CAC-81BD-48A7A627F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5F5ECC6-57A3-4D6A-A219-D5012500A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F2CF-062A-4BF0-9FB7-65BF74B7B91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0953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89F2A3-2CF9-4A40-B913-ACC35E3B3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617EE18-E2FE-49D7-855E-DE28265FF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49E70A6-FD35-473D-8593-2DDFC0B3E8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08AEAFB-4FF5-4695-A9C7-1B9575439A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986F683-8472-4FFE-9D8E-CAB9F2DDA0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D094115-09A0-45F6-BB0A-E51C265E7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A723A-853C-457E-8B21-0D1374593909}" type="datetimeFigureOut">
              <a:rPr lang="fr-FR" smtClean="0"/>
              <a:t>12/04/2026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33DDBA-84D6-41C2-9B7F-80988CB39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5550576-127A-4D1A-BFD9-959DAE9FE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F2CF-062A-4BF0-9FB7-65BF74B7B91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6410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A0C862-B0F2-48B0-A898-02C49BB16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8FF6840-B71B-40A0-A8F5-05C6B4D32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A723A-853C-457E-8B21-0D1374593909}" type="datetimeFigureOut">
              <a:rPr lang="fr-FR" smtClean="0"/>
              <a:t>12/04/2026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D8DAB52-741B-4F57-BA5B-81F6FB0F0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6545F90-597B-4738-B7C3-103FC70DB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F2CF-062A-4BF0-9FB7-65BF74B7B91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2048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F302552-3FB6-4B23-A59E-4323ECA9F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A723A-853C-457E-8B21-0D1374593909}" type="datetimeFigureOut">
              <a:rPr lang="fr-FR" smtClean="0"/>
              <a:t>12/04/2026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7667920-2A19-4EAE-848B-F76A724DF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192525-4B60-4C01-BFFB-D78B83E2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F2CF-062A-4BF0-9FB7-65BF74B7B91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8567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586F78-5206-477A-A13F-1607700D8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86757F-678B-4B19-89C9-ECD3C9E9F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77F6495-2E48-4F5E-A1D0-84EDDD216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97BA9EB-42F4-4729-9E45-F086A90F9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A723A-853C-457E-8B21-0D1374593909}" type="datetimeFigureOut">
              <a:rPr lang="fr-FR" smtClean="0"/>
              <a:t>12/04/2026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193BDC-EC7A-4839-A551-F9E85C923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1002BFE-AF21-4419-AF7F-6CC31745E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F2CF-062A-4BF0-9FB7-65BF74B7B91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70151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763D65-EF22-4F5F-A03F-F00B29057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E7C2289-6D73-4222-8603-23DAB76B35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BD598B0-0A05-4AF5-8E72-EF18DA679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459C556-1C5D-4292-BD4D-4AEBCB772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A723A-853C-457E-8B21-0D1374593909}" type="datetimeFigureOut">
              <a:rPr lang="fr-FR" smtClean="0"/>
              <a:t>12/04/2026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639F2DF-15EA-48F2-982A-AEC6748C8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CAE1E2F-6D7B-4972-8931-80096D10D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F2CF-062A-4BF0-9FB7-65BF74B7B91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59151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8BCEFE-5BB8-4206-9658-DEDDD57F8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6B13210-AFF6-4491-89D9-FD348E284C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A114AB-DC37-4926-A582-78AFA23ED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A723A-853C-457E-8B21-0D1374593909}" type="datetimeFigureOut">
              <a:rPr lang="fr-FR" smtClean="0"/>
              <a:t>12/04/2026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1022DC-5BCC-46BC-AC79-DDDE313BA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33AE40-3C62-4917-93DE-6B3EB534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F2CF-062A-4BF0-9FB7-65BF74B7B91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37988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7E92972-CD93-4438-8761-1C303FA3B1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8AAED47-79EA-4133-9FFB-1D30DF5CD1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41512D-727B-47D5-9D59-9463AC0F6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A723A-853C-457E-8B21-0D1374593909}" type="datetimeFigureOut">
              <a:rPr lang="fr-FR" smtClean="0"/>
              <a:t>12/04/2026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16337D-8990-4DD6-9ED6-9A2B4CD23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5F38FAF-BFF9-4C6E-9EBD-650B46BDB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AF2CF-062A-4BF0-9FB7-65BF74B7B91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800792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nimat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 userDrawn="1"/>
        </p:nvSpPr>
        <p:spPr>
          <a:xfrm rot="21066044">
            <a:off x="-6369536" y="-3292475"/>
            <a:ext cx="2360944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7" name="正方形/長方形 6"/>
          <p:cNvSpPr/>
          <p:nvPr userDrawn="1"/>
        </p:nvSpPr>
        <p:spPr>
          <a:xfrm rot="21066044">
            <a:off x="-5193303" y="3344665"/>
            <a:ext cx="2360329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8" name="正方形/長方形 7"/>
          <p:cNvSpPr/>
          <p:nvPr userDrawn="1"/>
        </p:nvSpPr>
        <p:spPr>
          <a:xfrm rot="21066044">
            <a:off x="-6369536" y="-3292475"/>
            <a:ext cx="23609443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9" name="正方形/長方形 8"/>
          <p:cNvSpPr/>
          <p:nvPr userDrawn="1"/>
        </p:nvSpPr>
        <p:spPr>
          <a:xfrm rot="21066044">
            <a:off x="-5193303" y="3344665"/>
            <a:ext cx="23603290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0" name="正方形/長方形 9"/>
          <p:cNvSpPr/>
          <p:nvPr userDrawn="1"/>
        </p:nvSpPr>
        <p:spPr>
          <a:xfrm rot="21066044">
            <a:off x="-6369536" y="-3292475"/>
            <a:ext cx="23609443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1" name="正方形/長方形 10"/>
          <p:cNvSpPr/>
          <p:nvPr userDrawn="1"/>
        </p:nvSpPr>
        <p:spPr>
          <a:xfrm rot="21066044">
            <a:off x="-5193303" y="3344665"/>
            <a:ext cx="2360329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2" name="正方形/長方形 11"/>
          <p:cNvSpPr/>
          <p:nvPr userDrawn="1"/>
        </p:nvSpPr>
        <p:spPr>
          <a:xfrm rot="21066044">
            <a:off x="-6369536" y="-3292475"/>
            <a:ext cx="23609443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13" name="正方形/長方形 12"/>
          <p:cNvSpPr/>
          <p:nvPr userDrawn="1"/>
        </p:nvSpPr>
        <p:spPr>
          <a:xfrm rot="21066044">
            <a:off x="-5193303" y="3344665"/>
            <a:ext cx="23603290" cy="6858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grpSp>
        <p:nvGrpSpPr>
          <p:cNvPr id="14" name="グループ化 13"/>
          <p:cNvGrpSpPr/>
          <p:nvPr userDrawn="1"/>
        </p:nvGrpSpPr>
        <p:grpSpPr>
          <a:xfrm rot="17100000">
            <a:off x="4415471" y="1613249"/>
            <a:ext cx="3360000" cy="3360292"/>
            <a:chOff x="6682240" y="2680152"/>
            <a:chExt cx="5040000" cy="5040000"/>
          </a:xfrm>
        </p:grpSpPr>
        <p:sp>
          <p:nvSpPr>
            <p:cNvPr id="15" name="円/楕円 14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6" name="アーチ 15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801423"/>
                <a:gd name="adj3" fmla="val 1486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グループ化 16"/>
          <p:cNvGrpSpPr>
            <a:grpSpLocks noChangeAspect="1"/>
          </p:cNvGrpSpPr>
          <p:nvPr userDrawn="1"/>
        </p:nvGrpSpPr>
        <p:grpSpPr>
          <a:xfrm rot="11994079">
            <a:off x="4295315" y="1493395"/>
            <a:ext cx="3600312" cy="3600000"/>
            <a:chOff x="6682240" y="2680152"/>
            <a:chExt cx="5040000" cy="5040000"/>
          </a:xfrm>
        </p:grpSpPr>
        <p:sp>
          <p:nvSpPr>
            <p:cNvPr id="18" name="円/楕円 17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19" name="アーチ 18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829372"/>
                <a:gd name="adj3" fmla="val 1485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グループ化 19"/>
          <p:cNvGrpSpPr>
            <a:grpSpLocks noChangeAspect="1"/>
          </p:cNvGrpSpPr>
          <p:nvPr userDrawn="1"/>
        </p:nvGrpSpPr>
        <p:grpSpPr>
          <a:xfrm rot="3600000">
            <a:off x="4175471" y="1373228"/>
            <a:ext cx="3840000" cy="3840333"/>
            <a:chOff x="6682240" y="2680152"/>
            <a:chExt cx="5040000" cy="5040000"/>
          </a:xfrm>
        </p:grpSpPr>
        <p:sp>
          <p:nvSpPr>
            <p:cNvPr id="21" name="円/楕円 20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2" name="アーチ 21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90965"/>
                <a:gd name="adj3" fmla="val 141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グループ化 22"/>
          <p:cNvGrpSpPr>
            <a:grpSpLocks noChangeAspect="1"/>
          </p:cNvGrpSpPr>
          <p:nvPr userDrawn="1"/>
        </p:nvGrpSpPr>
        <p:grpSpPr>
          <a:xfrm rot="18000000">
            <a:off x="4055471" y="1253218"/>
            <a:ext cx="4080000" cy="4080354"/>
            <a:chOff x="6682240" y="2680152"/>
            <a:chExt cx="5040000" cy="5040000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5" name="アーチ 24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81764"/>
                <a:gd name="adj3" fmla="val 1346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グループ化 25"/>
          <p:cNvGrpSpPr>
            <a:grpSpLocks noChangeAspect="1"/>
          </p:cNvGrpSpPr>
          <p:nvPr userDrawn="1"/>
        </p:nvGrpSpPr>
        <p:grpSpPr>
          <a:xfrm rot="7511662">
            <a:off x="3935471" y="1133207"/>
            <a:ext cx="4320000" cy="4320375"/>
            <a:chOff x="6682240" y="2680152"/>
            <a:chExt cx="5040000" cy="5040000"/>
          </a:xfrm>
        </p:grpSpPr>
        <p:sp>
          <p:nvSpPr>
            <p:cNvPr id="27" name="円/楕円 26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28" name="アーチ 27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55127"/>
                <a:gd name="adj3" fmla="val 1245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グループ化 28"/>
          <p:cNvGrpSpPr>
            <a:grpSpLocks noChangeAspect="1"/>
          </p:cNvGrpSpPr>
          <p:nvPr userDrawn="1"/>
        </p:nvGrpSpPr>
        <p:grpSpPr>
          <a:xfrm rot="10993309">
            <a:off x="3815273" y="1013395"/>
            <a:ext cx="4560396" cy="4560000"/>
            <a:chOff x="6682240" y="2680152"/>
            <a:chExt cx="5040000" cy="5040000"/>
          </a:xfrm>
        </p:grpSpPr>
        <p:sp>
          <p:nvSpPr>
            <p:cNvPr id="30" name="円/楕円 29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31" name="アーチ 30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48913"/>
                <a:gd name="adj3" fmla="val 1106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200">
                <a:solidFill>
                  <a:schemeClr val="tx1"/>
                </a:solidFill>
              </a:endParaRPr>
            </a:p>
          </p:txBody>
        </p:sp>
      </p:grpSp>
      <p:sp>
        <p:nvSpPr>
          <p:cNvPr id="3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4400" y="2648572"/>
            <a:ext cx="10363200" cy="1057333"/>
          </a:xfrm>
        </p:spPr>
        <p:txBody>
          <a:bodyPr anchor="t">
            <a:noAutofit/>
          </a:bodyPr>
          <a:lstStyle>
            <a:lvl1pPr algn="ctr">
              <a:defRPr sz="6400" baseline="0">
                <a:solidFill>
                  <a:schemeClr val="accent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YOUR TITLE GOES HERE</a:t>
            </a:r>
            <a:endParaRPr kumimoji="1" lang="ja-JP" altLang="en-US" dirty="0"/>
          </a:p>
        </p:txBody>
      </p:sp>
      <p:sp>
        <p:nvSpPr>
          <p:cNvPr id="33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910974" y="3669060"/>
            <a:ext cx="10370052" cy="576031"/>
          </a:xfrm>
        </p:spPr>
        <p:txBody>
          <a:bodyPr anchor="b">
            <a:noAutofit/>
          </a:bodyPr>
          <a:lstStyle>
            <a:lvl1pPr algn="ctr">
              <a:defRPr sz="2667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34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910974" y="5685251"/>
            <a:ext cx="10370052" cy="1008112"/>
          </a:xfrm>
        </p:spPr>
        <p:txBody>
          <a:bodyPr>
            <a:normAutofit/>
          </a:bodyPr>
          <a:lstStyle>
            <a:lvl1pPr marL="0" indent="0" algn="ctr">
              <a:buNone/>
              <a:defRPr sz="1333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544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5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8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71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13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56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99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4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grpSp>
        <p:nvGrpSpPr>
          <p:cNvPr id="35" name="グループ化 34"/>
          <p:cNvGrpSpPr/>
          <p:nvPr userDrawn="1"/>
        </p:nvGrpSpPr>
        <p:grpSpPr>
          <a:xfrm>
            <a:off x="5730640" y="5397219"/>
            <a:ext cx="725488" cy="125685"/>
            <a:chOff x="8595214" y="6592642"/>
            <a:chExt cx="1088138" cy="188527"/>
          </a:xfrm>
        </p:grpSpPr>
        <p:sp>
          <p:nvSpPr>
            <p:cNvPr id="36" name="円/楕円 35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37" name="円/楕円 36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  <p:sp>
          <p:nvSpPr>
            <p:cNvPr id="38" name="円/楕円 37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 sz="1200"/>
            </a:p>
          </p:txBody>
        </p:sp>
      </p:grpSp>
      <p:sp>
        <p:nvSpPr>
          <p:cNvPr id="39" name="円/楕円 38"/>
          <p:cNvSpPr/>
          <p:nvPr userDrawn="1"/>
        </p:nvSpPr>
        <p:spPr>
          <a:xfrm>
            <a:off x="4693247" y="1661411"/>
            <a:ext cx="57611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/>
          </a:p>
        </p:txBody>
      </p:sp>
      <p:sp>
        <p:nvSpPr>
          <p:cNvPr id="40" name="円/楕円 39"/>
          <p:cNvSpPr/>
          <p:nvPr userDrawn="1"/>
        </p:nvSpPr>
        <p:spPr>
          <a:xfrm>
            <a:off x="5436378" y="1661411"/>
            <a:ext cx="576114" cy="5760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/>
          </a:p>
        </p:txBody>
      </p:sp>
      <p:sp>
        <p:nvSpPr>
          <p:cNvPr id="41" name="円/楕円 40"/>
          <p:cNvSpPr/>
          <p:nvPr userDrawn="1"/>
        </p:nvSpPr>
        <p:spPr>
          <a:xfrm>
            <a:off x="6179508" y="1661411"/>
            <a:ext cx="576114" cy="57606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/>
          </a:p>
        </p:txBody>
      </p:sp>
      <p:sp>
        <p:nvSpPr>
          <p:cNvPr id="42" name="円/楕円 41"/>
          <p:cNvSpPr/>
          <p:nvPr userDrawn="1"/>
        </p:nvSpPr>
        <p:spPr>
          <a:xfrm>
            <a:off x="6922638" y="1661411"/>
            <a:ext cx="576114" cy="57606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200"/>
          </a:p>
        </p:txBody>
      </p:sp>
    </p:spTree>
    <p:extLst>
      <p:ext uri="{BB962C8B-B14F-4D97-AF65-F5344CB8AC3E}">
        <p14:creationId xmlns:p14="http://schemas.microsoft.com/office/powerpoint/2010/main" val="12986412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9" ac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ac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12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3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6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1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1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1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1" presetClass="entr" presetSubtype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9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9" presetClass="entr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9" presetClass="entr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9" presetClass="entr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5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45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45" presetClass="exit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45" presetClass="exit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45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45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2" presetClass="entr" presetSubtype="2" decel="100000" fill="hold" grpId="0" nodeType="withEffect">
                                  <p:stCondLst>
                                    <p:cond delay="1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8" decel="100000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1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1" decel="100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1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5" presetClass="entr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5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5" presetClass="entr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5" presetClass="entr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4300"/>
                            </p:stCondLst>
                            <p:childTnLst>
                              <p:par>
                                <p:cTn id="19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300"/>
                            </p:stCondLst>
                            <p:childTnLst>
                              <p:par>
                                <p:cTn id="1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32" grpId="0"/>
      <p:bldP spid="3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E8C343C-6E1B-4EA1-9352-1772B371E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AE865DC-719D-40A1-818F-AAF591152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C8FFE2-3377-4CB4-9D01-DE3816EC14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A723A-853C-457E-8B21-0D1374593909}" type="datetimeFigureOut">
              <a:rPr lang="fr-FR" smtClean="0"/>
              <a:t>12/04/2026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D98FF7-A789-43BB-82BC-56C204EC2F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AD3BD3-846B-43DA-831C-E46AA7F90F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AF2CF-062A-4BF0-9FB7-65BF74B7B91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7885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file:///C:\wamp64\www\LeBoutiquier\Diagrammes%20UML\Leboutiquier\Diagramme.pdf\Diagramme%20de%20cas%20d'utilisation.pdf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hyperlink" Target="file:///C:\wamp64\www\LeBoutiquier\Diagrammes%20UML\Leboutiquier\Diagramme.pdf\Diagramme%20de%20s&#233;quence.pdf" TargetMode="External"/><Relationship Id="rId4" Type="http://schemas.openxmlformats.org/officeDocument/2006/relationships/hyperlink" Target="file:///C:\wamp64\www\LeBoutiquier\Diagrammes%20UML\Leboutiquier\Diagramme.pdf\Diagramme%20de%20classe.pdf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13" Type="http://schemas.openxmlformats.org/officeDocument/2006/relationships/hyperlink" Target="file:///C:\Users\vadeck\Desktop\LeBoutiquier\LeBoutiquier" TargetMode="External"/><Relationship Id="rId3" Type="http://schemas.openxmlformats.org/officeDocument/2006/relationships/image" Target="../media/image12.JPG"/><Relationship Id="rId7" Type="http://schemas.openxmlformats.org/officeDocument/2006/relationships/image" Target="../media/image16.JPG"/><Relationship Id="rId12" Type="http://schemas.openxmlformats.org/officeDocument/2006/relationships/image" Target="../media/image20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11" Type="http://schemas.openxmlformats.org/officeDocument/2006/relationships/image" Target="../media/image19.gif"/><Relationship Id="rId5" Type="http://schemas.openxmlformats.org/officeDocument/2006/relationships/image" Target="../media/image14.JPG"/><Relationship Id="rId10" Type="http://schemas.openxmlformats.org/officeDocument/2006/relationships/image" Target="../media/image7.png"/><Relationship Id="rId4" Type="http://schemas.openxmlformats.org/officeDocument/2006/relationships/image" Target="../media/image13.JPG"/><Relationship Id="rId9" Type="http://schemas.openxmlformats.org/officeDocument/2006/relationships/image" Target="../media/image18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43AF3560-B3D7-4BE1-884C-C4D3D8FD4707}"/>
              </a:ext>
            </a:extLst>
          </p:cNvPr>
          <p:cNvSpPr/>
          <p:nvPr/>
        </p:nvSpPr>
        <p:spPr>
          <a:xfrm>
            <a:off x="0" y="0"/>
            <a:ext cx="6096000" cy="47968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39CBA25-0A10-4D5D-B848-CA6B8B10E79C}"/>
              </a:ext>
            </a:extLst>
          </p:cNvPr>
          <p:cNvSpPr/>
          <p:nvPr/>
        </p:nvSpPr>
        <p:spPr>
          <a:xfrm>
            <a:off x="5741233" y="-1"/>
            <a:ext cx="6450767" cy="47968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solidFill>
              <a:srgbClr val="005D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7F0E16F-1769-44D0-A33B-40F83CEB8DA1}"/>
              </a:ext>
            </a:extLst>
          </p:cNvPr>
          <p:cNvSpPr/>
          <p:nvPr/>
        </p:nvSpPr>
        <p:spPr>
          <a:xfrm>
            <a:off x="1727200" y="553704"/>
            <a:ext cx="8389257" cy="1006482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spc="50" dirty="0">
                <a:ln w="0"/>
                <a:solidFill>
                  <a:srgbClr val="EA580C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RAPPORT DE STAGE ACADEMIQUE</a:t>
            </a:r>
          </a:p>
          <a:p>
            <a:pPr algn="ctr"/>
            <a:r>
              <a:rPr lang="fr-FR" b="1" spc="50" dirty="0">
                <a:ln w="0"/>
                <a:solidFill>
                  <a:srgbClr val="EA580C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 vue de l’obtention du Brevet de Technicien Supérieur en Génie Logiciel.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06423E1-A593-4F4B-9520-9C284941BC6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53" y="530002"/>
            <a:ext cx="1457204" cy="1006482"/>
          </a:xfrm>
          <a:prstGeom prst="rect">
            <a:avLst/>
          </a:prstGeom>
          <a:effectLst/>
          <a:scene3d>
            <a:camera prst="obliqueTopLeft"/>
            <a:lightRig rig="threePt" dir="t"/>
          </a:scene3d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CCBA8751-DAEA-4E51-A7CE-0EE46AF82C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783" y="564932"/>
            <a:ext cx="1508903" cy="1035240"/>
          </a:xfrm>
          <a:prstGeom prst="roundRect">
            <a:avLst>
              <a:gd name="adj" fmla="val 8594"/>
            </a:avLst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grpSp>
        <p:nvGrpSpPr>
          <p:cNvPr id="14" name="Groupe 13">
            <a:extLst>
              <a:ext uri="{FF2B5EF4-FFF2-40B4-BE49-F238E27FC236}">
                <a16:creationId xmlns:a16="http://schemas.microsoft.com/office/drawing/2014/main" id="{DCAE2D97-EAD9-4A5A-A148-7C0EBB7D1A9B}"/>
              </a:ext>
            </a:extLst>
          </p:cNvPr>
          <p:cNvGrpSpPr/>
          <p:nvPr/>
        </p:nvGrpSpPr>
        <p:grpSpPr>
          <a:xfrm>
            <a:off x="0" y="2183566"/>
            <a:ext cx="12192000" cy="1395266"/>
            <a:chOff x="16662" y="125850"/>
            <a:chExt cx="6334126" cy="1455089"/>
          </a:xfrm>
          <a:solidFill>
            <a:srgbClr val="EA580C"/>
          </a:solidFill>
        </p:grpSpPr>
        <p:sp>
          <p:nvSpPr>
            <p:cNvPr id="15" name="Trapèze 14">
              <a:extLst>
                <a:ext uri="{FF2B5EF4-FFF2-40B4-BE49-F238E27FC236}">
                  <a16:creationId xmlns:a16="http://schemas.microsoft.com/office/drawing/2014/main" id="{09877CC5-7DF0-4DA7-8787-549DE7569392}"/>
                </a:ext>
              </a:extLst>
            </p:cNvPr>
            <p:cNvSpPr/>
            <p:nvPr/>
          </p:nvSpPr>
          <p:spPr>
            <a:xfrm>
              <a:off x="16662" y="896121"/>
              <a:ext cx="6334126" cy="657225"/>
            </a:xfrm>
            <a:prstGeom prst="trapezoid">
              <a:avLst/>
            </a:prstGeom>
            <a:grpFill/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825D2AD-CACD-46AA-ACAC-F9660C4DF68F}"/>
                </a:ext>
              </a:extLst>
            </p:cNvPr>
            <p:cNvSpPr/>
            <p:nvPr/>
          </p:nvSpPr>
          <p:spPr>
            <a:xfrm>
              <a:off x="295275" y="125850"/>
              <a:ext cx="5760239" cy="1455089"/>
            </a:xfrm>
            <a:prstGeom prst="rect">
              <a:avLst/>
            </a:prstGeom>
            <a:grpFill/>
            <a:ln/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</a:pPr>
              <a:r>
                <a:rPr lang="fr-FR" sz="240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9050" dir="2700000" algn="tl">
                      <a:schemeClr val="dk1">
                        <a:alpha val="40000"/>
                      </a:schemeClr>
                    </a:outerShdw>
                  </a:effectLst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THEME : CREATION D’UNE PLATEFORME DE MISE EN RELATION DES HABITANTS ET DES COMMERCANTS : CAS DU QUARTIER Ari-Ngodi-Bakoko</a:t>
              </a:r>
              <a:endParaRPr lang="en-CM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9D50C3EF-F775-4123-B0AF-C2F144CA1518}"/>
              </a:ext>
            </a:extLst>
          </p:cNvPr>
          <p:cNvSpPr/>
          <p:nvPr/>
        </p:nvSpPr>
        <p:spPr>
          <a:xfrm>
            <a:off x="1466244" y="3720636"/>
            <a:ext cx="958929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Stage effectue du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 juin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au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septembre 2025  à la société de mai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tenance industrielle et service MIS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D69EBC-E064-4597-9F9B-5F09B09263D5}"/>
              </a:ext>
            </a:extLst>
          </p:cNvPr>
          <p:cNvSpPr/>
          <p:nvPr/>
        </p:nvSpPr>
        <p:spPr>
          <a:xfrm>
            <a:off x="0" y="4438937"/>
            <a:ext cx="12192000" cy="212892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5D0124-15B4-4292-B51B-956F768C8906}"/>
              </a:ext>
            </a:extLst>
          </p:cNvPr>
          <p:cNvSpPr/>
          <p:nvPr/>
        </p:nvSpPr>
        <p:spPr>
          <a:xfrm>
            <a:off x="1" y="1775465"/>
            <a:ext cx="12192000" cy="260141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7A5C5C5-B7BD-4AFE-B016-3D0A5DD4D7A2}"/>
              </a:ext>
            </a:extLst>
          </p:cNvPr>
          <p:cNvSpPr txBox="1"/>
          <p:nvPr/>
        </p:nvSpPr>
        <p:spPr>
          <a:xfrm>
            <a:off x="1279187" y="4775201"/>
            <a:ext cx="9601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                                             Présenté par: </a:t>
            </a:r>
            <a:r>
              <a:rPr lang="fr-FR" b="1" dirty="0">
                <a:solidFill>
                  <a:srgbClr val="EA580C"/>
                </a:solidFill>
              </a:rPr>
              <a:t>YAMAGA KOUETE YVES VADECK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0EC8CE1-0E0F-4794-AF67-EB48504B831C}"/>
              </a:ext>
            </a:extLst>
          </p:cNvPr>
          <p:cNvSpPr txBox="1"/>
          <p:nvPr/>
        </p:nvSpPr>
        <p:spPr>
          <a:xfrm>
            <a:off x="1516677" y="5169060"/>
            <a:ext cx="9601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                                                              Matricule: </a:t>
            </a:r>
            <a:r>
              <a:rPr lang="fr-FR" b="1" dirty="0">
                <a:solidFill>
                  <a:srgbClr val="EA580C"/>
                </a:solidFill>
              </a:rPr>
              <a:t>411T249089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CBEE2615-B757-4345-879B-03D80EC6A9D9}"/>
              </a:ext>
            </a:extLst>
          </p:cNvPr>
          <p:cNvSpPr txBox="1"/>
          <p:nvPr/>
        </p:nvSpPr>
        <p:spPr>
          <a:xfrm>
            <a:off x="254000" y="5145318"/>
            <a:ext cx="4354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      </a:t>
            </a:r>
            <a:r>
              <a:rPr lang="fr-FR" b="1" u="sng" dirty="0"/>
              <a:t>Encadreur Académique</a:t>
            </a:r>
          </a:p>
          <a:p>
            <a:r>
              <a:rPr lang="fr-FR" b="1" dirty="0"/>
              <a:t>M. NDIHOU HENRI MARTIAL</a:t>
            </a:r>
          </a:p>
          <a:p>
            <a:r>
              <a:rPr lang="fr-FR" b="1" dirty="0"/>
              <a:t>         </a:t>
            </a:r>
            <a:r>
              <a:rPr lang="fr-FR" b="1" i="1" dirty="0"/>
              <a:t>Enseignant à IUG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C8E258E-98DA-4904-B10F-9F5B799845B5}"/>
              </a:ext>
            </a:extLst>
          </p:cNvPr>
          <p:cNvSpPr txBox="1"/>
          <p:nvPr/>
        </p:nvSpPr>
        <p:spPr>
          <a:xfrm>
            <a:off x="7278914" y="5105112"/>
            <a:ext cx="5014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               </a:t>
            </a:r>
            <a:r>
              <a:rPr lang="fr-FR" b="1" u="sng" dirty="0"/>
              <a:t>Encadreur Professionnel</a:t>
            </a:r>
          </a:p>
          <a:p>
            <a:r>
              <a:rPr lang="fr-FR" b="1" dirty="0"/>
              <a:t>         M. NDOCK LUC BRANDON</a:t>
            </a:r>
          </a:p>
          <a:p>
            <a:r>
              <a:rPr lang="fr-FR" b="1" dirty="0"/>
              <a:t>         </a:t>
            </a:r>
            <a:r>
              <a:rPr lang="fr-FR" b="1" i="1" dirty="0"/>
              <a:t>Chef du département informatique à la MIS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4671F7C-D582-47AA-8CAF-ED9AEC7D00D3}"/>
              </a:ext>
            </a:extLst>
          </p:cNvPr>
          <p:cNvSpPr txBox="1"/>
          <p:nvPr/>
        </p:nvSpPr>
        <p:spPr>
          <a:xfrm>
            <a:off x="1349763" y="5998544"/>
            <a:ext cx="9601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                                                              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Année académique: 2025-2026</a:t>
            </a:r>
            <a:endParaRPr lang="fr-FR" b="1" dirty="0">
              <a:solidFill>
                <a:srgbClr val="EA58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EA115031-F39D-4480-8940-47CF05B4CD2F}"/>
              </a:ext>
            </a:extLst>
          </p:cNvPr>
          <p:cNvSpPr/>
          <p:nvPr/>
        </p:nvSpPr>
        <p:spPr>
          <a:xfrm>
            <a:off x="2911239" y="6562137"/>
            <a:ext cx="7452544" cy="183057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8022BA12-86E4-4E7B-9F60-076DE6BCEDAB}"/>
              </a:ext>
            </a:extLst>
          </p:cNvPr>
          <p:cNvSpPr/>
          <p:nvPr/>
        </p:nvSpPr>
        <p:spPr>
          <a:xfrm>
            <a:off x="-101600" y="6648338"/>
            <a:ext cx="12467771" cy="209661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50519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>
                <a:solidFill>
                  <a:schemeClr val="accent2"/>
                </a:solidFill>
              </a:rPr>
              <a:t>Soyez les bienvenus !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0"/>
          </p:nvPr>
        </p:nvSpPr>
        <p:spPr>
          <a:xfrm>
            <a:off x="903482" y="4583460"/>
            <a:ext cx="10370052" cy="576031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ja-JP" dirty="0">
                <a:latin typeface="Rage Italic" panose="03070502040507070304" pitchFamily="66" charset="0"/>
              </a:rPr>
              <a:t>à Notre </a:t>
            </a:r>
            <a:r>
              <a:rPr kumimoji="1" lang="fr-FR" altLang="ja-JP" dirty="0">
                <a:latin typeface="Rage Italic" panose="03070502040507070304" pitchFamily="66" charset="0"/>
              </a:rPr>
              <a:t>Soutenance</a:t>
            </a:r>
          </a:p>
        </p:txBody>
      </p:sp>
      <p:sp>
        <p:nvSpPr>
          <p:cNvPr id="8" name="サブタイトル 7"/>
          <p:cNvSpPr>
            <a:spLocks noGrp="1"/>
          </p:cNvSpPr>
          <p:nvPr>
            <p:ph type="subTitle" idx="1"/>
          </p:nvPr>
        </p:nvSpPr>
        <p:spPr>
          <a:xfrm>
            <a:off x="176993" y="5685251"/>
            <a:ext cx="11823031" cy="1008112"/>
          </a:xfrm>
        </p:spPr>
        <p:txBody>
          <a:bodyPr>
            <a:normAutofit/>
          </a:bodyPr>
          <a:lstStyle/>
          <a:p>
            <a:r>
              <a:rPr lang="en-US" altLang="ja-JP" sz="1600" dirty="0">
                <a:solidFill>
                  <a:srgbClr val="00B050"/>
                </a:solidFill>
                <a:latin typeface="Comic Sans MS" panose="030F0702030302020204" pitchFamily="66" charset="0"/>
              </a:rPr>
              <a:t>IUG/ISTA-Cameroun</a:t>
            </a:r>
          </a:p>
          <a:p>
            <a:r>
              <a:rPr lang="fr-FR" altLang="ja-JP" sz="1600" dirty="0">
                <a:solidFill>
                  <a:srgbClr val="00B050"/>
                </a:solidFill>
                <a:latin typeface="Comic Sans MS" panose="030F0702030302020204" pitchFamily="66" charset="0"/>
              </a:rPr>
              <a:t>Année</a:t>
            </a:r>
            <a:r>
              <a:rPr lang="en-US" altLang="ja-JP" sz="1600" dirty="0">
                <a:solidFill>
                  <a:srgbClr val="00B050"/>
                </a:solidFill>
                <a:latin typeface="Comic Sans MS" panose="030F0702030302020204" pitchFamily="66" charset="0"/>
              </a:rPr>
              <a:t> </a:t>
            </a:r>
            <a:r>
              <a:rPr lang="fr-FR" altLang="ja-JP" sz="1600" dirty="0">
                <a:solidFill>
                  <a:srgbClr val="00B050"/>
                </a:solidFill>
                <a:latin typeface="Comic Sans MS" panose="030F0702030302020204" pitchFamily="66" charset="0"/>
              </a:rPr>
              <a:t>Académique</a:t>
            </a:r>
            <a:r>
              <a:rPr lang="en-US" altLang="ja-JP" sz="1600" dirty="0">
                <a:solidFill>
                  <a:srgbClr val="00B050"/>
                </a:solidFill>
                <a:latin typeface="Comic Sans MS" panose="030F0702030302020204" pitchFamily="66" charset="0"/>
              </a:rPr>
              <a:t> 2025-2026</a:t>
            </a:r>
            <a:endParaRPr lang="ja-JP" altLang="en-US" sz="1600" dirty="0">
              <a:solidFill>
                <a:srgbClr val="00B05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396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A1D772B-15FF-47BE-8D84-A6FBBE171258}"/>
              </a:ext>
            </a:extLst>
          </p:cNvPr>
          <p:cNvSpPr txBox="1"/>
          <p:nvPr/>
        </p:nvSpPr>
        <p:spPr>
          <a:xfrm>
            <a:off x="10522366" y="3840686"/>
            <a:ext cx="638990" cy="1107996"/>
          </a:xfrm>
          <a:prstGeom prst="rect">
            <a:avLst/>
          </a:prstGeom>
          <a:solidFill>
            <a:srgbClr val="FF9D00"/>
          </a:solidFill>
        </p:spPr>
        <p:txBody>
          <a:bodyPr wrap="square" rtlCol="0">
            <a:spAutoFit/>
          </a:bodyPr>
          <a:lstStyle/>
          <a:p>
            <a:r>
              <a:rPr lang="fr-FR" sz="6600" b="1" dirty="0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E76E38C-C39C-41B7-B659-4B7421016F78}"/>
              </a:ext>
            </a:extLst>
          </p:cNvPr>
          <p:cNvSpPr txBox="1"/>
          <p:nvPr/>
        </p:nvSpPr>
        <p:spPr>
          <a:xfrm>
            <a:off x="11136866" y="2720289"/>
            <a:ext cx="638990" cy="1107996"/>
          </a:xfrm>
          <a:prstGeom prst="rect">
            <a:avLst/>
          </a:prstGeom>
          <a:solidFill>
            <a:srgbClr val="EA580C"/>
          </a:solidFill>
        </p:spPr>
        <p:txBody>
          <a:bodyPr wrap="square" rtlCol="0">
            <a:spAutoFit/>
          </a:bodyPr>
          <a:lstStyle/>
          <a:p>
            <a:r>
              <a:rPr lang="fr-FR" sz="66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831C698-E191-414D-BE92-70AF0999507C}"/>
              </a:ext>
            </a:extLst>
          </p:cNvPr>
          <p:cNvSpPr txBox="1"/>
          <p:nvPr/>
        </p:nvSpPr>
        <p:spPr>
          <a:xfrm>
            <a:off x="10522366" y="1599892"/>
            <a:ext cx="638990" cy="1107996"/>
          </a:xfrm>
          <a:prstGeom prst="rect">
            <a:avLst/>
          </a:prstGeom>
          <a:solidFill>
            <a:srgbClr val="FF9D00"/>
          </a:solidFill>
        </p:spPr>
        <p:txBody>
          <a:bodyPr wrap="square" rtlCol="0">
            <a:spAutoFit/>
          </a:bodyPr>
          <a:lstStyle/>
          <a:p>
            <a:r>
              <a:rPr lang="fr-FR" sz="6600" b="1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75C1622-E496-4E9D-81E0-E246DD94890B}"/>
              </a:ext>
            </a:extLst>
          </p:cNvPr>
          <p:cNvSpPr txBox="1"/>
          <p:nvPr/>
        </p:nvSpPr>
        <p:spPr>
          <a:xfrm>
            <a:off x="9883376" y="482264"/>
            <a:ext cx="638990" cy="1107996"/>
          </a:xfrm>
          <a:prstGeom prst="rect">
            <a:avLst/>
          </a:prstGeom>
          <a:solidFill>
            <a:srgbClr val="EA580C"/>
          </a:solidFill>
        </p:spPr>
        <p:txBody>
          <a:bodyPr wrap="square" rtlCol="0">
            <a:spAutoFit/>
          </a:bodyPr>
          <a:lstStyle/>
          <a:p>
            <a:r>
              <a:rPr lang="fr-FR" sz="6600" b="1" dirty="0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8" name="Hexagone 7">
            <a:extLst>
              <a:ext uri="{FF2B5EF4-FFF2-40B4-BE49-F238E27FC236}">
                <a16:creationId xmlns:a16="http://schemas.microsoft.com/office/drawing/2014/main" id="{92F811EE-DE62-4F2F-915B-FCE7A5CA0A5F}"/>
              </a:ext>
            </a:extLst>
          </p:cNvPr>
          <p:cNvSpPr/>
          <p:nvPr/>
        </p:nvSpPr>
        <p:spPr>
          <a:xfrm>
            <a:off x="4941465" y="2596530"/>
            <a:ext cx="2571338" cy="2018370"/>
          </a:xfrm>
          <a:prstGeom prst="hexagon">
            <a:avLst/>
          </a:prstGeom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16" name="Groupe 115">
            <a:extLst>
              <a:ext uri="{FF2B5EF4-FFF2-40B4-BE49-F238E27FC236}">
                <a16:creationId xmlns:a16="http://schemas.microsoft.com/office/drawing/2014/main" id="{FACA9999-E172-4E41-8494-A33FC71B4B13}"/>
              </a:ext>
            </a:extLst>
          </p:cNvPr>
          <p:cNvGrpSpPr/>
          <p:nvPr/>
        </p:nvGrpSpPr>
        <p:grpSpPr>
          <a:xfrm>
            <a:off x="167027" y="2511829"/>
            <a:ext cx="5334914" cy="1012050"/>
            <a:chOff x="-7066800" y="2125694"/>
            <a:chExt cx="12422353" cy="2347667"/>
          </a:xfrm>
        </p:grpSpPr>
        <p:sp>
          <p:nvSpPr>
            <p:cNvPr id="32" name="Rectangle : coins arrondis 31">
              <a:extLst>
                <a:ext uri="{FF2B5EF4-FFF2-40B4-BE49-F238E27FC236}">
                  <a16:creationId xmlns:a16="http://schemas.microsoft.com/office/drawing/2014/main" id="{D4F51EF7-D1F7-4671-92DA-992B385E2332}"/>
                </a:ext>
              </a:extLst>
            </p:cNvPr>
            <p:cNvSpPr/>
            <p:nvPr/>
          </p:nvSpPr>
          <p:spPr>
            <a:xfrm>
              <a:off x="-7066800" y="3109600"/>
              <a:ext cx="9776491" cy="136376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 </a:t>
              </a:r>
            </a:p>
          </p:txBody>
        </p:sp>
        <p:grpSp>
          <p:nvGrpSpPr>
            <p:cNvPr id="74" name="Groupe 73">
              <a:extLst>
                <a:ext uri="{FF2B5EF4-FFF2-40B4-BE49-F238E27FC236}">
                  <a16:creationId xmlns:a16="http://schemas.microsoft.com/office/drawing/2014/main" id="{D177D24E-CCB8-4FAE-8F7D-1325AF6908B6}"/>
                </a:ext>
              </a:extLst>
            </p:cNvPr>
            <p:cNvGrpSpPr/>
            <p:nvPr/>
          </p:nvGrpSpPr>
          <p:grpSpPr>
            <a:xfrm>
              <a:off x="2209170" y="2125694"/>
              <a:ext cx="3146383" cy="676450"/>
              <a:chOff x="1783447" y="2114172"/>
              <a:chExt cx="3603368" cy="767154"/>
            </a:xfrm>
          </p:grpSpPr>
          <p:grpSp>
            <p:nvGrpSpPr>
              <p:cNvPr id="70" name="Groupe 69">
                <a:extLst>
                  <a:ext uri="{FF2B5EF4-FFF2-40B4-BE49-F238E27FC236}">
                    <a16:creationId xmlns:a16="http://schemas.microsoft.com/office/drawing/2014/main" id="{51E86A94-E48B-4C90-AE0B-FB89E383D508}"/>
                  </a:ext>
                </a:extLst>
              </p:cNvPr>
              <p:cNvGrpSpPr/>
              <p:nvPr/>
            </p:nvGrpSpPr>
            <p:grpSpPr>
              <a:xfrm>
                <a:off x="3446005" y="2114172"/>
                <a:ext cx="1940810" cy="418344"/>
                <a:chOff x="3446005" y="2114172"/>
                <a:chExt cx="1940810" cy="418344"/>
              </a:xfrm>
            </p:grpSpPr>
            <p:cxnSp>
              <p:nvCxnSpPr>
                <p:cNvPr id="66" name="Connecteur droit 65">
                  <a:extLst>
                    <a:ext uri="{FF2B5EF4-FFF2-40B4-BE49-F238E27FC236}">
                      <a16:creationId xmlns:a16="http://schemas.microsoft.com/office/drawing/2014/main" id="{D6F431E8-A417-45A7-8FD7-FD1C0CA48E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446005" y="2252116"/>
                  <a:ext cx="1670324" cy="29079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7" name="Ellipse 66">
                  <a:extLst>
                    <a:ext uri="{FF2B5EF4-FFF2-40B4-BE49-F238E27FC236}">
                      <a16:creationId xmlns:a16="http://schemas.microsoft.com/office/drawing/2014/main" id="{D4F75BAD-23B4-4E12-AD76-33641289FA5E}"/>
                    </a:ext>
                  </a:extLst>
                </p:cNvPr>
                <p:cNvSpPr/>
                <p:nvPr/>
              </p:nvSpPr>
              <p:spPr>
                <a:xfrm>
                  <a:off x="4954384" y="2114172"/>
                  <a:ext cx="432431" cy="418344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grpSp>
            <p:nvGrpSpPr>
              <p:cNvPr id="71" name="Groupe 70">
                <a:extLst>
                  <a:ext uri="{FF2B5EF4-FFF2-40B4-BE49-F238E27FC236}">
                    <a16:creationId xmlns:a16="http://schemas.microsoft.com/office/drawing/2014/main" id="{CC4CDF50-8833-478C-BD1A-413C94861856}"/>
                  </a:ext>
                </a:extLst>
              </p:cNvPr>
              <p:cNvGrpSpPr/>
              <p:nvPr/>
            </p:nvGrpSpPr>
            <p:grpSpPr>
              <a:xfrm rot="8800576">
                <a:off x="1783447" y="2469522"/>
                <a:ext cx="1790011" cy="411804"/>
                <a:chOff x="3446005" y="2120953"/>
                <a:chExt cx="1790011" cy="411804"/>
              </a:xfrm>
            </p:grpSpPr>
            <p:cxnSp>
              <p:nvCxnSpPr>
                <p:cNvPr id="72" name="Connecteur droit 71">
                  <a:extLst>
                    <a:ext uri="{FF2B5EF4-FFF2-40B4-BE49-F238E27FC236}">
                      <a16:creationId xmlns:a16="http://schemas.microsoft.com/office/drawing/2014/main" id="{F87E22EC-88B9-4C8C-AD7A-01F7F1F91B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446005" y="2252116"/>
                  <a:ext cx="1670324" cy="29079"/>
                </a:xfrm>
                <a:prstGeom prst="line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" name="Ellipse 72">
                  <a:extLst>
                    <a:ext uri="{FF2B5EF4-FFF2-40B4-BE49-F238E27FC236}">
                      <a16:creationId xmlns:a16="http://schemas.microsoft.com/office/drawing/2014/main" id="{731B835B-1637-47A2-A063-3C29A94EE32D}"/>
                    </a:ext>
                  </a:extLst>
                </p:cNvPr>
                <p:cNvSpPr/>
                <p:nvPr/>
              </p:nvSpPr>
              <p:spPr>
                <a:xfrm>
                  <a:off x="4846713" y="2120953"/>
                  <a:ext cx="389303" cy="411804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</p:grpSp>
      </p:grpSp>
      <p:grpSp>
        <p:nvGrpSpPr>
          <p:cNvPr id="117" name="Groupe 116">
            <a:extLst>
              <a:ext uri="{FF2B5EF4-FFF2-40B4-BE49-F238E27FC236}">
                <a16:creationId xmlns:a16="http://schemas.microsoft.com/office/drawing/2014/main" id="{6C90501A-44F1-4427-B4C5-574C5F9A640D}"/>
              </a:ext>
            </a:extLst>
          </p:cNvPr>
          <p:cNvGrpSpPr/>
          <p:nvPr/>
        </p:nvGrpSpPr>
        <p:grpSpPr>
          <a:xfrm>
            <a:off x="363913" y="3482411"/>
            <a:ext cx="4652283" cy="997666"/>
            <a:chOff x="-5425097" y="3339317"/>
            <a:chExt cx="10122169" cy="1995033"/>
          </a:xfrm>
        </p:grpSpPr>
        <p:sp>
          <p:nvSpPr>
            <p:cNvPr id="38" name="Rectangle : coins arrondis 37">
              <a:extLst>
                <a:ext uri="{FF2B5EF4-FFF2-40B4-BE49-F238E27FC236}">
                  <a16:creationId xmlns:a16="http://schemas.microsoft.com/office/drawing/2014/main" id="{5F0A89BC-C43A-4135-B4DA-AFB63734035A}"/>
                </a:ext>
              </a:extLst>
            </p:cNvPr>
            <p:cNvSpPr/>
            <p:nvPr/>
          </p:nvSpPr>
          <p:spPr>
            <a:xfrm>
              <a:off x="-5425097" y="4233099"/>
              <a:ext cx="9558201" cy="110125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FFFF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 </a:t>
              </a:r>
            </a:p>
          </p:txBody>
        </p:sp>
        <p:grpSp>
          <p:nvGrpSpPr>
            <p:cNvPr id="80" name="Groupe 79">
              <a:extLst>
                <a:ext uri="{FF2B5EF4-FFF2-40B4-BE49-F238E27FC236}">
                  <a16:creationId xmlns:a16="http://schemas.microsoft.com/office/drawing/2014/main" id="{57C3FD98-27CC-4275-807E-050CC7C0A962}"/>
                </a:ext>
              </a:extLst>
            </p:cNvPr>
            <p:cNvGrpSpPr/>
            <p:nvPr/>
          </p:nvGrpSpPr>
          <p:grpSpPr>
            <a:xfrm>
              <a:off x="2446890" y="3339317"/>
              <a:ext cx="2250182" cy="561668"/>
              <a:chOff x="1896369" y="1880984"/>
              <a:chExt cx="3508919" cy="875884"/>
            </a:xfrm>
            <a:solidFill>
              <a:srgbClr val="FFFF00"/>
            </a:solidFill>
          </p:grpSpPr>
          <p:grpSp>
            <p:nvGrpSpPr>
              <p:cNvPr id="81" name="Groupe 80">
                <a:extLst>
                  <a:ext uri="{FF2B5EF4-FFF2-40B4-BE49-F238E27FC236}">
                    <a16:creationId xmlns:a16="http://schemas.microsoft.com/office/drawing/2014/main" id="{822B9B25-B914-47BB-9E02-A6CA48549ACA}"/>
                  </a:ext>
                </a:extLst>
              </p:cNvPr>
              <p:cNvGrpSpPr/>
              <p:nvPr/>
            </p:nvGrpSpPr>
            <p:grpSpPr>
              <a:xfrm>
                <a:off x="3446005" y="1880984"/>
                <a:ext cx="1959283" cy="464975"/>
                <a:chOff x="3446005" y="1880984"/>
                <a:chExt cx="1959283" cy="464975"/>
              </a:xfrm>
              <a:grpFill/>
            </p:grpSpPr>
            <p:cxnSp>
              <p:nvCxnSpPr>
                <p:cNvPr id="85" name="Connecteur droit 84">
                  <a:extLst>
                    <a:ext uri="{FF2B5EF4-FFF2-40B4-BE49-F238E27FC236}">
                      <a16:creationId xmlns:a16="http://schemas.microsoft.com/office/drawing/2014/main" id="{4A417A53-3A6A-4C9C-8D3A-D923841222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446005" y="2252116"/>
                  <a:ext cx="1670324" cy="29079"/>
                </a:xfrm>
                <a:prstGeom prst="line">
                  <a:avLst/>
                </a:prstGeom>
                <a:grpFill/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6" name="Ellipse 85">
                  <a:extLst>
                    <a:ext uri="{FF2B5EF4-FFF2-40B4-BE49-F238E27FC236}">
                      <a16:creationId xmlns:a16="http://schemas.microsoft.com/office/drawing/2014/main" id="{0C1CAAC6-C7CF-476B-A0F1-BCFDCE23151D}"/>
                    </a:ext>
                  </a:extLst>
                </p:cNvPr>
                <p:cNvSpPr/>
                <p:nvPr/>
              </p:nvSpPr>
              <p:spPr>
                <a:xfrm>
                  <a:off x="4978747" y="1880984"/>
                  <a:ext cx="426541" cy="464975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grpSp>
            <p:nvGrpSpPr>
              <p:cNvPr id="82" name="Groupe 81">
                <a:extLst>
                  <a:ext uri="{FF2B5EF4-FFF2-40B4-BE49-F238E27FC236}">
                    <a16:creationId xmlns:a16="http://schemas.microsoft.com/office/drawing/2014/main" id="{6CEEE2F0-2EFB-4694-8847-0C37F78ACBCD}"/>
                  </a:ext>
                </a:extLst>
              </p:cNvPr>
              <p:cNvGrpSpPr/>
              <p:nvPr/>
            </p:nvGrpSpPr>
            <p:grpSpPr>
              <a:xfrm rot="8800576">
                <a:off x="1896369" y="2617713"/>
                <a:ext cx="1694306" cy="139155"/>
                <a:chOff x="3446005" y="2211615"/>
                <a:chExt cx="1694306" cy="139155"/>
              </a:xfrm>
              <a:grpFill/>
            </p:grpSpPr>
            <p:cxnSp>
              <p:nvCxnSpPr>
                <p:cNvPr id="83" name="Connecteur droit 82">
                  <a:extLst>
                    <a:ext uri="{FF2B5EF4-FFF2-40B4-BE49-F238E27FC236}">
                      <a16:creationId xmlns:a16="http://schemas.microsoft.com/office/drawing/2014/main" id="{1993C703-85C0-419B-9EFC-E01C32142B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446005" y="2252116"/>
                  <a:ext cx="1670324" cy="29079"/>
                </a:xfrm>
                <a:prstGeom prst="line">
                  <a:avLst/>
                </a:prstGeom>
                <a:grpFill/>
                <a:ln w="28575">
                  <a:solidFill>
                    <a:srgbClr val="FFFF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4" name="Ellipse 83">
                  <a:extLst>
                    <a:ext uri="{FF2B5EF4-FFF2-40B4-BE49-F238E27FC236}">
                      <a16:creationId xmlns:a16="http://schemas.microsoft.com/office/drawing/2014/main" id="{8B300891-DCEC-4524-8C61-5A794EA05B02}"/>
                    </a:ext>
                  </a:extLst>
                </p:cNvPr>
                <p:cNvSpPr/>
                <p:nvPr/>
              </p:nvSpPr>
              <p:spPr>
                <a:xfrm>
                  <a:off x="4979545" y="2211615"/>
                  <a:ext cx="160766" cy="139155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</p:grpSp>
      </p:grpSp>
      <p:grpSp>
        <p:nvGrpSpPr>
          <p:cNvPr id="118" name="Groupe 117">
            <a:extLst>
              <a:ext uri="{FF2B5EF4-FFF2-40B4-BE49-F238E27FC236}">
                <a16:creationId xmlns:a16="http://schemas.microsoft.com/office/drawing/2014/main" id="{B48B6589-F5B4-4226-93F5-2F7D08E4AB38}"/>
              </a:ext>
            </a:extLst>
          </p:cNvPr>
          <p:cNvGrpSpPr/>
          <p:nvPr/>
        </p:nvGrpSpPr>
        <p:grpSpPr>
          <a:xfrm>
            <a:off x="167027" y="4515699"/>
            <a:ext cx="5337012" cy="920906"/>
            <a:chOff x="-3582175" y="4773223"/>
            <a:chExt cx="8790106" cy="1491932"/>
          </a:xfrm>
        </p:grpSpPr>
        <p:sp>
          <p:nvSpPr>
            <p:cNvPr id="24" name="Rectangle : coins arrondis 23">
              <a:extLst>
                <a:ext uri="{FF2B5EF4-FFF2-40B4-BE49-F238E27FC236}">
                  <a16:creationId xmlns:a16="http://schemas.microsoft.com/office/drawing/2014/main" id="{DF409D3D-1925-43EB-B5A7-4E54AF4A00ED}"/>
                </a:ext>
              </a:extLst>
            </p:cNvPr>
            <p:cNvSpPr/>
            <p:nvPr/>
          </p:nvSpPr>
          <p:spPr>
            <a:xfrm>
              <a:off x="-3582175" y="5323289"/>
              <a:ext cx="7217460" cy="941866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FF0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 </a:t>
              </a:r>
            </a:p>
          </p:txBody>
        </p:sp>
        <p:grpSp>
          <p:nvGrpSpPr>
            <p:cNvPr id="87" name="Groupe 86">
              <a:extLst>
                <a:ext uri="{FF2B5EF4-FFF2-40B4-BE49-F238E27FC236}">
                  <a16:creationId xmlns:a16="http://schemas.microsoft.com/office/drawing/2014/main" id="{66891798-B28C-49AE-A3FD-883E4F7E6C27}"/>
                </a:ext>
              </a:extLst>
            </p:cNvPr>
            <p:cNvGrpSpPr/>
            <p:nvPr/>
          </p:nvGrpSpPr>
          <p:grpSpPr>
            <a:xfrm>
              <a:off x="3578910" y="4773223"/>
              <a:ext cx="1629021" cy="644348"/>
              <a:chOff x="1884226" y="1932382"/>
              <a:chExt cx="3232103" cy="1234720"/>
            </a:xfrm>
          </p:grpSpPr>
          <p:grpSp>
            <p:nvGrpSpPr>
              <p:cNvPr id="88" name="Groupe 87">
                <a:extLst>
                  <a:ext uri="{FF2B5EF4-FFF2-40B4-BE49-F238E27FC236}">
                    <a16:creationId xmlns:a16="http://schemas.microsoft.com/office/drawing/2014/main" id="{D5EB09DC-7DD0-4259-A907-58C071DA54ED}"/>
                  </a:ext>
                </a:extLst>
              </p:cNvPr>
              <p:cNvGrpSpPr/>
              <p:nvPr/>
            </p:nvGrpSpPr>
            <p:grpSpPr>
              <a:xfrm>
                <a:off x="3446005" y="1932382"/>
                <a:ext cx="1670324" cy="509830"/>
                <a:chOff x="3446005" y="1932382"/>
                <a:chExt cx="1670324" cy="509830"/>
              </a:xfrm>
            </p:grpSpPr>
            <p:cxnSp>
              <p:nvCxnSpPr>
                <p:cNvPr id="92" name="Connecteur droit 91">
                  <a:extLst>
                    <a:ext uri="{FF2B5EF4-FFF2-40B4-BE49-F238E27FC236}">
                      <a16:creationId xmlns:a16="http://schemas.microsoft.com/office/drawing/2014/main" id="{FFD8F180-574C-4FD0-8ABC-0DC12988EE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446005" y="2252116"/>
                  <a:ext cx="1670324" cy="29079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" name="Ellipse 92">
                  <a:extLst>
                    <a:ext uri="{FF2B5EF4-FFF2-40B4-BE49-F238E27FC236}">
                      <a16:creationId xmlns:a16="http://schemas.microsoft.com/office/drawing/2014/main" id="{3AB07B3D-DB54-4EB1-BB88-A7AA0FDD89F9}"/>
                    </a:ext>
                  </a:extLst>
                </p:cNvPr>
                <p:cNvSpPr/>
                <p:nvPr/>
              </p:nvSpPr>
              <p:spPr>
                <a:xfrm>
                  <a:off x="4639627" y="1932382"/>
                  <a:ext cx="437766" cy="50983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grpSp>
            <p:nvGrpSpPr>
              <p:cNvPr id="89" name="Groupe 88">
                <a:extLst>
                  <a:ext uri="{FF2B5EF4-FFF2-40B4-BE49-F238E27FC236}">
                    <a16:creationId xmlns:a16="http://schemas.microsoft.com/office/drawing/2014/main" id="{E2D70EAA-A73C-4840-88BE-1496A7D4AC36}"/>
                  </a:ext>
                </a:extLst>
              </p:cNvPr>
              <p:cNvGrpSpPr/>
              <p:nvPr/>
            </p:nvGrpSpPr>
            <p:grpSpPr>
              <a:xfrm rot="8800576">
                <a:off x="1884226" y="2290149"/>
                <a:ext cx="1638276" cy="876953"/>
                <a:chOff x="3530284" y="1830239"/>
                <a:chExt cx="1638276" cy="876953"/>
              </a:xfrm>
            </p:grpSpPr>
            <p:cxnSp>
              <p:nvCxnSpPr>
                <p:cNvPr id="90" name="Connecteur droit 89">
                  <a:extLst>
                    <a:ext uri="{FF2B5EF4-FFF2-40B4-BE49-F238E27FC236}">
                      <a16:creationId xmlns:a16="http://schemas.microsoft.com/office/drawing/2014/main" id="{52AEFB87-3CA1-4B5E-BCE3-12494875E9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2799424" flipV="1">
                  <a:off x="3530284" y="1830239"/>
                  <a:ext cx="1451841" cy="876953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1" name="Ellipse 90">
                  <a:extLst>
                    <a:ext uri="{FF2B5EF4-FFF2-40B4-BE49-F238E27FC236}">
                      <a16:creationId xmlns:a16="http://schemas.microsoft.com/office/drawing/2014/main" id="{B0FF0EDA-8B15-4964-87A8-38D0CBC3457E}"/>
                    </a:ext>
                  </a:extLst>
                </p:cNvPr>
                <p:cNvSpPr/>
                <p:nvPr/>
              </p:nvSpPr>
              <p:spPr>
                <a:xfrm>
                  <a:off x="4732953" y="1969499"/>
                  <a:ext cx="435607" cy="545969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</p:grpSp>
      </p:grpSp>
      <p:grpSp>
        <p:nvGrpSpPr>
          <p:cNvPr id="121" name="Groupe 120">
            <a:extLst>
              <a:ext uri="{FF2B5EF4-FFF2-40B4-BE49-F238E27FC236}">
                <a16:creationId xmlns:a16="http://schemas.microsoft.com/office/drawing/2014/main" id="{DCD6EE60-BC22-4394-A072-A4C53AFB2F26}"/>
              </a:ext>
            </a:extLst>
          </p:cNvPr>
          <p:cNvGrpSpPr/>
          <p:nvPr/>
        </p:nvGrpSpPr>
        <p:grpSpPr>
          <a:xfrm>
            <a:off x="6989192" y="4505256"/>
            <a:ext cx="4835080" cy="1072272"/>
            <a:chOff x="7068410" y="4855343"/>
            <a:chExt cx="4835080" cy="1072272"/>
          </a:xfrm>
        </p:grpSpPr>
        <p:sp>
          <p:nvSpPr>
            <p:cNvPr id="44" name="Rectangle : coins arrondis 43">
              <a:extLst>
                <a:ext uri="{FF2B5EF4-FFF2-40B4-BE49-F238E27FC236}">
                  <a16:creationId xmlns:a16="http://schemas.microsoft.com/office/drawing/2014/main" id="{B9F2F9E3-209A-4AE9-BA9A-ABF88C3D8EFC}"/>
                </a:ext>
              </a:extLst>
            </p:cNvPr>
            <p:cNvSpPr/>
            <p:nvPr/>
          </p:nvSpPr>
          <p:spPr>
            <a:xfrm>
              <a:off x="7358778" y="5338132"/>
              <a:ext cx="4544712" cy="58948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00B05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 </a:t>
              </a:r>
            </a:p>
          </p:txBody>
        </p:sp>
        <p:grpSp>
          <p:nvGrpSpPr>
            <p:cNvPr id="94" name="Groupe 93">
              <a:extLst>
                <a:ext uri="{FF2B5EF4-FFF2-40B4-BE49-F238E27FC236}">
                  <a16:creationId xmlns:a16="http://schemas.microsoft.com/office/drawing/2014/main" id="{50C6010C-BC2C-4341-BB23-1A89D063C261}"/>
                </a:ext>
              </a:extLst>
            </p:cNvPr>
            <p:cNvGrpSpPr/>
            <p:nvPr/>
          </p:nvGrpSpPr>
          <p:grpSpPr>
            <a:xfrm rot="1951142">
              <a:off x="7068410" y="4855343"/>
              <a:ext cx="1001209" cy="341324"/>
              <a:chOff x="1990795" y="2418323"/>
              <a:chExt cx="1986476" cy="654053"/>
            </a:xfrm>
            <a:solidFill>
              <a:srgbClr val="00B050"/>
            </a:solidFill>
          </p:grpSpPr>
          <p:grpSp>
            <p:nvGrpSpPr>
              <p:cNvPr id="95" name="Groupe 94">
                <a:extLst>
                  <a:ext uri="{FF2B5EF4-FFF2-40B4-BE49-F238E27FC236}">
                    <a16:creationId xmlns:a16="http://schemas.microsoft.com/office/drawing/2014/main" id="{1F11B2E3-EB23-49A9-AD7C-1E5CD3EDE6ED}"/>
                  </a:ext>
                </a:extLst>
              </p:cNvPr>
              <p:cNvGrpSpPr/>
              <p:nvPr/>
            </p:nvGrpSpPr>
            <p:grpSpPr>
              <a:xfrm>
                <a:off x="2944135" y="2418323"/>
                <a:ext cx="1033136" cy="518907"/>
                <a:chOff x="2944135" y="2418323"/>
                <a:chExt cx="1033136" cy="518907"/>
              </a:xfrm>
              <a:grpFill/>
            </p:grpSpPr>
            <p:cxnSp>
              <p:nvCxnSpPr>
                <p:cNvPr id="99" name="Connecteur droit 98">
                  <a:extLst>
                    <a:ext uri="{FF2B5EF4-FFF2-40B4-BE49-F238E27FC236}">
                      <a16:creationId xmlns:a16="http://schemas.microsoft.com/office/drawing/2014/main" id="{1CF43FE9-0D02-40D3-876A-9116A8D18CC3}"/>
                    </a:ext>
                  </a:extLst>
                </p:cNvPr>
                <p:cNvCxnSpPr>
                  <a:cxnSpLocks/>
                  <a:stCxn id="100" idx="6"/>
                </p:cNvCxnSpPr>
                <p:nvPr/>
              </p:nvCxnSpPr>
              <p:spPr>
                <a:xfrm rot="19648858" flipH="1" flipV="1">
                  <a:off x="2944135" y="2418323"/>
                  <a:ext cx="964317" cy="518907"/>
                </a:xfrm>
                <a:prstGeom prst="line">
                  <a:avLst/>
                </a:prstGeom>
                <a:grpFill/>
                <a:ln w="28575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0" name="Ellipse 99">
                  <a:extLst>
                    <a:ext uri="{FF2B5EF4-FFF2-40B4-BE49-F238E27FC236}">
                      <a16:creationId xmlns:a16="http://schemas.microsoft.com/office/drawing/2014/main" id="{4D2BCFF1-16F4-420B-8547-E72A9D12BBA4}"/>
                    </a:ext>
                  </a:extLst>
                </p:cNvPr>
                <p:cNvSpPr/>
                <p:nvPr/>
              </p:nvSpPr>
              <p:spPr>
                <a:xfrm>
                  <a:off x="3661807" y="2510706"/>
                  <a:ext cx="315464" cy="271018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grpSp>
            <p:nvGrpSpPr>
              <p:cNvPr id="96" name="Groupe 95">
                <a:extLst>
                  <a:ext uri="{FF2B5EF4-FFF2-40B4-BE49-F238E27FC236}">
                    <a16:creationId xmlns:a16="http://schemas.microsoft.com/office/drawing/2014/main" id="{58E80AC2-4EA0-463E-B237-8A80FACF8058}"/>
                  </a:ext>
                </a:extLst>
              </p:cNvPr>
              <p:cNvGrpSpPr/>
              <p:nvPr/>
            </p:nvGrpSpPr>
            <p:grpSpPr>
              <a:xfrm rot="8800576">
                <a:off x="1990795" y="2812259"/>
                <a:ext cx="949858" cy="260117"/>
                <a:chOff x="4190455" y="2090652"/>
                <a:chExt cx="949858" cy="260117"/>
              </a:xfrm>
              <a:grpFill/>
            </p:grpSpPr>
            <p:cxnSp>
              <p:nvCxnSpPr>
                <p:cNvPr id="97" name="Connecteur droit 96">
                  <a:extLst>
                    <a:ext uri="{FF2B5EF4-FFF2-40B4-BE49-F238E27FC236}">
                      <a16:creationId xmlns:a16="http://schemas.microsoft.com/office/drawing/2014/main" id="{62D01942-8E48-4CC2-A21A-3DDEE29508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48282" flipV="1">
                  <a:off x="4190455" y="2204360"/>
                  <a:ext cx="928668" cy="15221"/>
                </a:xfrm>
                <a:prstGeom prst="line">
                  <a:avLst/>
                </a:prstGeom>
                <a:grpFill/>
                <a:ln w="28575">
                  <a:solidFill>
                    <a:srgbClr val="00B05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8" name="Ellipse 97">
                  <a:extLst>
                    <a:ext uri="{FF2B5EF4-FFF2-40B4-BE49-F238E27FC236}">
                      <a16:creationId xmlns:a16="http://schemas.microsoft.com/office/drawing/2014/main" id="{47EA0B1D-5E5F-44B3-B08D-47F1933CA860}"/>
                    </a:ext>
                  </a:extLst>
                </p:cNvPr>
                <p:cNvSpPr/>
                <p:nvPr/>
              </p:nvSpPr>
              <p:spPr>
                <a:xfrm>
                  <a:off x="4873121" y="2090652"/>
                  <a:ext cx="267192" cy="260117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</p:grpSp>
      </p:grpSp>
      <p:grpSp>
        <p:nvGrpSpPr>
          <p:cNvPr id="120" name="Groupe 119">
            <a:extLst>
              <a:ext uri="{FF2B5EF4-FFF2-40B4-BE49-F238E27FC236}">
                <a16:creationId xmlns:a16="http://schemas.microsoft.com/office/drawing/2014/main" id="{B46F68A8-EF5D-4E82-8DE6-104DB3E74EBF}"/>
              </a:ext>
            </a:extLst>
          </p:cNvPr>
          <p:cNvGrpSpPr/>
          <p:nvPr/>
        </p:nvGrpSpPr>
        <p:grpSpPr>
          <a:xfrm>
            <a:off x="7365284" y="3441918"/>
            <a:ext cx="4254987" cy="1024696"/>
            <a:chOff x="7567441" y="3428468"/>
            <a:chExt cx="4369759" cy="1105454"/>
          </a:xfrm>
        </p:grpSpPr>
        <p:grpSp>
          <p:nvGrpSpPr>
            <p:cNvPr id="101" name="Groupe 100">
              <a:extLst>
                <a:ext uri="{FF2B5EF4-FFF2-40B4-BE49-F238E27FC236}">
                  <a16:creationId xmlns:a16="http://schemas.microsoft.com/office/drawing/2014/main" id="{9C531CA2-6140-4001-AB3E-6C0FB1B5EC4E}"/>
                </a:ext>
              </a:extLst>
            </p:cNvPr>
            <p:cNvGrpSpPr/>
            <p:nvPr/>
          </p:nvGrpSpPr>
          <p:grpSpPr>
            <a:xfrm rot="1835842">
              <a:off x="7684827" y="3428468"/>
              <a:ext cx="1126851" cy="367887"/>
              <a:chOff x="1872100" y="2443278"/>
              <a:chExt cx="1757206" cy="573695"/>
            </a:xfrm>
            <a:solidFill>
              <a:srgbClr val="7030A0"/>
            </a:solidFill>
          </p:grpSpPr>
          <p:grpSp>
            <p:nvGrpSpPr>
              <p:cNvPr id="102" name="Groupe 101">
                <a:extLst>
                  <a:ext uri="{FF2B5EF4-FFF2-40B4-BE49-F238E27FC236}">
                    <a16:creationId xmlns:a16="http://schemas.microsoft.com/office/drawing/2014/main" id="{7439C4E9-112E-4A68-A3C2-6FDA00C9A1E2}"/>
                  </a:ext>
                </a:extLst>
              </p:cNvPr>
              <p:cNvGrpSpPr/>
              <p:nvPr/>
            </p:nvGrpSpPr>
            <p:grpSpPr>
              <a:xfrm>
                <a:off x="3016258" y="2443278"/>
                <a:ext cx="613048" cy="391312"/>
                <a:chOff x="3016258" y="2443278"/>
                <a:chExt cx="613048" cy="391312"/>
              </a:xfrm>
              <a:grpFill/>
            </p:grpSpPr>
            <p:cxnSp>
              <p:nvCxnSpPr>
                <p:cNvPr id="106" name="Connecteur droit 105">
                  <a:extLst>
                    <a:ext uri="{FF2B5EF4-FFF2-40B4-BE49-F238E27FC236}">
                      <a16:creationId xmlns:a16="http://schemas.microsoft.com/office/drawing/2014/main" id="{B4A89E93-5973-4143-B9D5-00B6C8A8B5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9764158" flipH="1" flipV="1">
                  <a:off x="3016258" y="2443278"/>
                  <a:ext cx="421863" cy="378879"/>
                </a:xfrm>
                <a:prstGeom prst="line">
                  <a:avLst/>
                </a:prstGeom>
                <a:grpFill/>
                <a:ln w="28575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7" name="Ellipse 106">
                  <a:extLst>
                    <a:ext uri="{FF2B5EF4-FFF2-40B4-BE49-F238E27FC236}">
                      <a16:creationId xmlns:a16="http://schemas.microsoft.com/office/drawing/2014/main" id="{040BE422-E597-433B-BADC-70740E486470}"/>
                    </a:ext>
                  </a:extLst>
                </p:cNvPr>
                <p:cNvSpPr/>
                <p:nvPr/>
              </p:nvSpPr>
              <p:spPr>
                <a:xfrm>
                  <a:off x="3376390" y="2597921"/>
                  <a:ext cx="252916" cy="23666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grpSp>
            <p:nvGrpSpPr>
              <p:cNvPr id="103" name="Groupe 102">
                <a:extLst>
                  <a:ext uri="{FF2B5EF4-FFF2-40B4-BE49-F238E27FC236}">
                    <a16:creationId xmlns:a16="http://schemas.microsoft.com/office/drawing/2014/main" id="{26DEAD23-4AF1-4268-9519-0DFD95F1B962}"/>
                  </a:ext>
                </a:extLst>
              </p:cNvPr>
              <p:cNvGrpSpPr/>
              <p:nvPr/>
            </p:nvGrpSpPr>
            <p:grpSpPr>
              <a:xfrm rot="8800576">
                <a:off x="1872100" y="2751343"/>
                <a:ext cx="1157089" cy="265630"/>
                <a:chOff x="4067489" y="2144777"/>
                <a:chExt cx="1157089" cy="265630"/>
              </a:xfrm>
              <a:grpFill/>
            </p:grpSpPr>
            <p:cxnSp>
              <p:nvCxnSpPr>
                <p:cNvPr id="104" name="Connecteur droit 103">
                  <a:extLst>
                    <a:ext uri="{FF2B5EF4-FFF2-40B4-BE49-F238E27FC236}">
                      <a16:creationId xmlns:a16="http://schemas.microsoft.com/office/drawing/2014/main" id="{D6FA5C4A-CE8C-44CC-895F-8361AC5A47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963582" flipV="1">
                  <a:off x="4067489" y="2255861"/>
                  <a:ext cx="1049273" cy="6268"/>
                </a:xfrm>
                <a:prstGeom prst="line">
                  <a:avLst/>
                </a:prstGeom>
                <a:grpFill/>
                <a:ln w="28575">
                  <a:solidFill>
                    <a:srgbClr val="7030A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5" name="Ellipse 104">
                  <a:extLst>
                    <a:ext uri="{FF2B5EF4-FFF2-40B4-BE49-F238E27FC236}">
                      <a16:creationId xmlns:a16="http://schemas.microsoft.com/office/drawing/2014/main" id="{59581578-3FD0-495F-9835-8FFFEC88AD8B}"/>
                    </a:ext>
                  </a:extLst>
                </p:cNvPr>
                <p:cNvSpPr/>
                <p:nvPr/>
              </p:nvSpPr>
              <p:spPr>
                <a:xfrm>
                  <a:off x="4964906" y="2144777"/>
                  <a:ext cx="259672" cy="26563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</p:grpSp>
        <p:sp>
          <p:nvSpPr>
            <p:cNvPr id="108" name="Rectangle : coins arrondis 107">
              <a:extLst>
                <a:ext uri="{FF2B5EF4-FFF2-40B4-BE49-F238E27FC236}">
                  <a16:creationId xmlns:a16="http://schemas.microsoft.com/office/drawing/2014/main" id="{C051FD9E-55DF-4BA5-AF63-0BE82F414E32}"/>
                </a:ext>
              </a:extLst>
            </p:cNvPr>
            <p:cNvSpPr/>
            <p:nvPr/>
          </p:nvSpPr>
          <p:spPr>
            <a:xfrm>
              <a:off x="7567441" y="3944440"/>
              <a:ext cx="4369759" cy="589482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rgbClr val="7030A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 </a:t>
              </a:r>
            </a:p>
          </p:txBody>
        </p:sp>
      </p:grpSp>
      <p:grpSp>
        <p:nvGrpSpPr>
          <p:cNvPr id="119" name="Groupe 118">
            <a:extLst>
              <a:ext uri="{FF2B5EF4-FFF2-40B4-BE49-F238E27FC236}">
                <a16:creationId xmlns:a16="http://schemas.microsoft.com/office/drawing/2014/main" id="{C8FCDEC9-F726-4EAE-80B1-4ADFA7E09DEE}"/>
              </a:ext>
            </a:extLst>
          </p:cNvPr>
          <p:cNvGrpSpPr/>
          <p:nvPr/>
        </p:nvGrpSpPr>
        <p:grpSpPr>
          <a:xfrm>
            <a:off x="7004425" y="2412718"/>
            <a:ext cx="4819848" cy="1032001"/>
            <a:chOff x="7089534" y="1924518"/>
            <a:chExt cx="8084449" cy="1836986"/>
          </a:xfrm>
        </p:grpSpPr>
        <p:sp>
          <p:nvSpPr>
            <p:cNvPr id="55" name="Rectangle : coins arrondis 54">
              <a:extLst>
                <a:ext uri="{FF2B5EF4-FFF2-40B4-BE49-F238E27FC236}">
                  <a16:creationId xmlns:a16="http://schemas.microsoft.com/office/drawing/2014/main" id="{1015FB06-3E38-4872-B945-E94A7C1F2191}"/>
                </a:ext>
              </a:extLst>
            </p:cNvPr>
            <p:cNvSpPr/>
            <p:nvPr/>
          </p:nvSpPr>
          <p:spPr>
            <a:xfrm>
              <a:off x="7968853" y="2755805"/>
              <a:ext cx="7205130" cy="100569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bg2">
                  <a:lumMod val="7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 </a:t>
              </a:r>
            </a:p>
          </p:txBody>
        </p:sp>
        <p:grpSp>
          <p:nvGrpSpPr>
            <p:cNvPr id="109" name="Groupe 108">
              <a:extLst>
                <a:ext uri="{FF2B5EF4-FFF2-40B4-BE49-F238E27FC236}">
                  <a16:creationId xmlns:a16="http://schemas.microsoft.com/office/drawing/2014/main" id="{CABC7EEA-FAA5-4AFC-BB12-E5F77AA120A8}"/>
                </a:ext>
              </a:extLst>
            </p:cNvPr>
            <p:cNvGrpSpPr/>
            <p:nvPr/>
          </p:nvGrpSpPr>
          <p:grpSpPr>
            <a:xfrm rot="1935140">
              <a:off x="7089534" y="1924518"/>
              <a:ext cx="1945182" cy="754843"/>
              <a:chOff x="1971449" y="2116980"/>
              <a:chExt cx="2227702" cy="856057"/>
            </a:xfrm>
            <a:solidFill>
              <a:schemeClr val="bg2">
                <a:lumMod val="75000"/>
              </a:schemeClr>
            </a:solidFill>
          </p:grpSpPr>
          <p:grpSp>
            <p:nvGrpSpPr>
              <p:cNvPr id="110" name="Groupe 109">
                <a:extLst>
                  <a:ext uri="{FF2B5EF4-FFF2-40B4-BE49-F238E27FC236}">
                    <a16:creationId xmlns:a16="http://schemas.microsoft.com/office/drawing/2014/main" id="{2D9DB1C5-EBD5-4144-9CDB-E5D1CDCDF7F0}"/>
                  </a:ext>
                </a:extLst>
              </p:cNvPr>
              <p:cNvGrpSpPr/>
              <p:nvPr/>
            </p:nvGrpSpPr>
            <p:grpSpPr>
              <a:xfrm>
                <a:off x="3090131" y="2116980"/>
                <a:ext cx="1109020" cy="461158"/>
                <a:chOff x="3090131" y="2116980"/>
                <a:chExt cx="1109020" cy="461158"/>
              </a:xfrm>
              <a:grpFill/>
            </p:grpSpPr>
            <p:cxnSp>
              <p:nvCxnSpPr>
                <p:cNvPr id="114" name="Connecteur droit 113">
                  <a:extLst>
                    <a:ext uri="{FF2B5EF4-FFF2-40B4-BE49-F238E27FC236}">
                      <a16:creationId xmlns:a16="http://schemas.microsoft.com/office/drawing/2014/main" id="{672A20B7-8F5D-4F7B-B3C4-6A8AD84D91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9664860" flipH="1" flipV="1">
                  <a:off x="3090131" y="2116980"/>
                  <a:ext cx="994131" cy="461158"/>
                </a:xfrm>
                <a:prstGeom prst="line">
                  <a:avLst/>
                </a:prstGeom>
                <a:grpFill/>
                <a:ln w="285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5" name="Ellipse 114">
                  <a:extLst>
                    <a:ext uri="{FF2B5EF4-FFF2-40B4-BE49-F238E27FC236}">
                      <a16:creationId xmlns:a16="http://schemas.microsoft.com/office/drawing/2014/main" id="{9B522E08-5584-4290-8842-F95A0C3F9F61}"/>
                    </a:ext>
                  </a:extLst>
                </p:cNvPr>
                <p:cNvSpPr/>
                <p:nvPr/>
              </p:nvSpPr>
              <p:spPr>
                <a:xfrm>
                  <a:off x="3949529" y="2141013"/>
                  <a:ext cx="249622" cy="25698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  <p:grpSp>
            <p:nvGrpSpPr>
              <p:cNvPr id="111" name="Groupe 110">
                <a:extLst>
                  <a:ext uri="{FF2B5EF4-FFF2-40B4-BE49-F238E27FC236}">
                    <a16:creationId xmlns:a16="http://schemas.microsoft.com/office/drawing/2014/main" id="{14E53DB9-A599-45B1-A6AF-C5EE047C9719}"/>
                  </a:ext>
                </a:extLst>
              </p:cNvPr>
              <p:cNvGrpSpPr/>
              <p:nvPr/>
            </p:nvGrpSpPr>
            <p:grpSpPr>
              <a:xfrm rot="8800576">
                <a:off x="1971449" y="2653655"/>
                <a:ext cx="1207469" cy="319382"/>
                <a:chOff x="3899336" y="2108651"/>
                <a:chExt cx="1207469" cy="319382"/>
              </a:xfrm>
              <a:grpFill/>
            </p:grpSpPr>
            <p:cxnSp>
              <p:nvCxnSpPr>
                <p:cNvPr id="112" name="Connecteur droit 111">
                  <a:extLst>
                    <a:ext uri="{FF2B5EF4-FFF2-40B4-BE49-F238E27FC236}">
                      <a16:creationId xmlns:a16="http://schemas.microsoft.com/office/drawing/2014/main" id="{504D82A5-7755-4A15-B487-63EDABC8CF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64284" flipV="1">
                  <a:off x="3899336" y="2296681"/>
                  <a:ext cx="1093069" cy="17944"/>
                </a:xfrm>
                <a:prstGeom prst="line">
                  <a:avLst/>
                </a:prstGeom>
                <a:grpFill/>
                <a:ln w="285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3" name="Ellipse 112">
                  <a:extLst>
                    <a:ext uri="{FF2B5EF4-FFF2-40B4-BE49-F238E27FC236}">
                      <a16:creationId xmlns:a16="http://schemas.microsoft.com/office/drawing/2014/main" id="{DEDA71E1-A387-4609-9F75-17B264FB3C0B}"/>
                    </a:ext>
                  </a:extLst>
                </p:cNvPr>
                <p:cNvSpPr/>
                <p:nvPr/>
              </p:nvSpPr>
              <p:spPr>
                <a:xfrm>
                  <a:off x="4800938" y="2108651"/>
                  <a:ext cx="305867" cy="319382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</p:grpSp>
      </p:grpSp>
      <p:pic>
        <p:nvPicPr>
          <p:cNvPr id="123" name="Image 122">
            <a:extLst>
              <a:ext uri="{FF2B5EF4-FFF2-40B4-BE49-F238E27FC236}">
                <a16:creationId xmlns:a16="http://schemas.microsoft.com/office/drawing/2014/main" id="{B1402F18-CEB5-43D4-8568-71B70C935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5402854" y="2790292"/>
            <a:ext cx="1363272" cy="1639042"/>
          </a:xfrm>
          <a:prstGeom prst="rect">
            <a:avLst/>
          </a:prstGeom>
        </p:spPr>
      </p:pic>
      <p:pic>
        <p:nvPicPr>
          <p:cNvPr id="124" name="Image 123">
            <a:extLst>
              <a:ext uri="{FF2B5EF4-FFF2-40B4-BE49-F238E27FC236}">
                <a16:creationId xmlns:a16="http://schemas.microsoft.com/office/drawing/2014/main" id="{AB9284D4-2DB8-4EC5-8D0B-D5800E90F6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075" y="2676988"/>
            <a:ext cx="1613008" cy="1830800"/>
          </a:xfrm>
          <a:prstGeom prst="rect">
            <a:avLst/>
          </a:prstGeom>
        </p:spPr>
      </p:pic>
      <p:pic>
        <p:nvPicPr>
          <p:cNvPr id="125" name="Image 124">
            <a:extLst>
              <a:ext uri="{FF2B5EF4-FFF2-40B4-BE49-F238E27FC236}">
                <a16:creationId xmlns:a16="http://schemas.microsoft.com/office/drawing/2014/main" id="{9BE77EDC-5E10-4BC1-B1DB-6D23844364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587" y="3223450"/>
            <a:ext cx="1590661" cy="1077704"/>
          </a:xfrm>
          <a:prstGeom prst="rect">
            <a:avLst/>
          </a:prstGeom>
        </p:spPr>
      </p:pic>
      <p:pic>
        <p:nvPicPr>
          <p:cNvPr id="126" name="Image 125">
            <a:extLst>
              <a:ext uri="{FF2B5EF4-FFF2-40B4-BE49-F238E27FC236}">
                <a16:creationId xmlns:a16="http://schemas.microsoft.com/office/drawing/2014/main" id="{4F0AD7D1-7591-436E-822D-9AE067093C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1376" y="3006169"/>
            <a:ext cx="1613007" cy="1421457"/>
          </a:xfrm>
          <a:prstGeom prst="rect">
            <a:avLst/>
          </a:prstGeom>
        </p:spPr>
      </p:pic>
      <p:pic>
        <p:nvPicPr>
          <p:cNvPr id="127" name="Image 126">
            <a:extLst>
              <a:ext uri="{FF2B5EF4-FFF2-40B4-BE49-F238E27FC236}">
                <a16:creationId xmlns:a16="http://schemas.microsoft.com/office/drawing/2014/main" id="{D6829184-8E97-4131-8016-3A6DAF3231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593" y="2868491"/>
            <a:ext cx="1587315" cy="1384622"/>
          </a:xfrm>
          <a:prstGeom prst="rect">
            <a:avLst/>
          </a:prstGeom>
        </p:spPr>
      </p:pic>
      <p:pic>
        <p:nvPicPr>
          <p:cNvPr id="128" name="Image 127">
            <a:extLst>
              <a:ext uri="{FF2B5EF4-FFF2-40B4-BE49-F238E27FC236}">
                <a16:creationId xmlns:a16="http://schemas.microsoft.com/office/drawing/2014/main" id="{A1699B58-2B46-4EBF-B942-39EA75EBF1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228" y="2720289"/>
            <a:ext cx="1800503" cy="1537063"/>
          </a:xfrm>
          <a:prstGeom prst="rect">
            <a:avLst/>
          </a:prstGeom>
        </p:spPr>
      </p:pic>
      <p:sp>
        <p:nvSpPr>
          <p:cNvPr id="129" name="ZoneTexte 128">
            <a:extLst>
              <a:ext uri="{FF2B5EF4-FFF2-40B4-BE49-F238E27FC236}">
                <a16:creationId xmlns:a16="http://schemas.microsoft.com/office/drawing/2014/main" id="{D78DF1A9-5BFC-491E-A2BC-6EC00D777B2D}"/>
              </a:ext>
            </a:extLst>
          </p:cNvPr>
          <p:cNvSpPr txBox="1"/>
          <p:nvPr/>
        </p:nvSpPr>
        <p:spPr>
          <a:xfrm>
            <a:off x="4372388" y="482264"/>
            <a:ext cx="638990" cy="1107996"/>
          </a:xfrm>
          <a:prstGeom prst="rect">
            <a:avLst/>
          </a:prstGeom>
          <a:solidFill>
            <a:srgbClr val="EA580C"/>
          </a:solidFill>
        </p:spPr>
        <p:txBody>
          <a:bodyPr wrap="square" rtlCol="0">
            <a:spAutoFit/>
          </a:bodyPr>
          <a:lstStyle/>
          <a:p>
            <a:r>
              <a:rPr lang="fr-FR" sz="6600" b="1" dirty="0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C8676C12-EC06-48FE-AEDC-D5862337CF68}"/>
              </a:ext>
            </a:extLst>
          </p:cNvPr>
          <p:cNvSpPr txBox="1"/>
          <p:nvPr/>
        </p:nvSpPr>
        <p:spPr>
          <a:xfrm>
            <a:off x="5345939" y="474769"/>
            <a:ext cx="638990" cy="1107996"/>
          </a:xfrm>
          <a:prstGeom prst="rect">
            <a:avLst/>
          </a:prstGeom>
          <a:solidFill>
            <a:srgbClr val="FF9D00"/>
          </a:solidFill>
        </p:spPr>
        <p:txBody>
          <a:bodyPr wrap="square" rtlCol="0">
            <a:spAutoFit/>
          </a:bodyPr>
          <a:lstStyle/>
          <a:p>
            <a:r>
              <a:rPr lang="fr-FR" sz="6600" b="1" dirty="0">
                <a:solidFill>
                  <a:schemeClr val="bg1"/>
                </a:solidFill>
              </a:rPr>
              <a:t>L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50EBAF8D-875E-48D7-99DF-58339F154467}"/>
              </a:ext>
            </a:extLst>
          </p:cNvPr>
          <p:cNvSpPr txBox="1"/>
          <p:nvPr/>
        </p:nvSpPr>
        <p:spPr>
          <a:xfrm>
            <a:off x="6334480" y="446097"/>
            <a:ext cx="638990" cy="1107996"/>
          </a:xfrm>
          <a:prstGeom prst="rect">
            <a:avLst/>
          </a:prstGeom>
          <a:solidFill>
            <a:srgbClr val="EA580C"/>
          </a:solidFill>
        </p:spPr>
        <p:txBody>
          <a:bodyPr wrap="square" rtlCol="0">
            <a:spAutoFit/>
          </a:bodyPr>
          <a:lstStyle/>
          <a:p>
            <a:r>
              <a:rPr lang="fr-FR" sz="6600" b="1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AE8263DC-85DA-41F9-87F0-E2C1E0BFB72A}"/>
              </a:ext>
            </a:extLst>
          </p:cNvPr>
          <p:cNvSpPr txBox="1"/>
          <p:nvPr/>
        </p:nvSpPr>
        <p:spPr>
          <a:xfrm>
            <a:off x="7391194" y="439728"/>
            <a:ext cx="638990" cy="1107996"/>
          </a:xfrm>
          <a:prstGeom prst="rect">
            <a:avLst/>
          </a:prstGeom>
          <a:solidFill>
            <a:srgbClr val="FF9D00"/>
          </a:solidFill>
        </p:spPr>
        <p:txBody>
          <a:bodyPr wrap="square" rtlCol="0">
            <a:spAutoFit/>
          </a:bodyPr>
          <a:lstStyle/>
          <a:p>
            <a:r>
              <a:rPr lang="fr-FR" sz="6600" b="1" dirty="0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78074C3B-C4E5-46D7-9E7B-D2767C1554FB}"/>
              </a:ext>
            </a:extLst>
          </p:cNvPr>
          <p:cNvSpPr/>
          <p:nvPr/>
        </p:nvSpPr>
        <p:spPr>
          <a:xfrm>
            <a:off x="0" y="6237090"/>
            <a:ext cx="12192000" cy="627863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83C4F393-D8B4-4537-84DC-9116C28A6A3B}"/>
              </a:ext>
            </a:extLst>
          </p:cNvPr>
          <p:cNvSpPr/>
          <p:nvPr/>
        </p:nvSpPr>
        <p:spPr>
          <a:xfrm>
            <a:off x="-22766" y="2684"/>
            <a:ext cx="12214766" cy="44656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EAB6E3C7-0CB9-46EB-BEFD-C9D5F8CC2CCB}"/>
              </a:ext>
            </a:extLst>
          </p:cNvPr>
          <p:cNvSpPr/>
          <p:nvPr/>
        </p:nvSpPr>
        <p:spPr>
          <a:xfrm rot="5400000">
            <a:off x="8626604" y="3289776"/>
            <a:ext cx="6864953" cy="285400"/>
          </a:xfrm>
          <a:prstGeom prst="rect">
            <a:avLst/>
          </a:prstGeom>
          <a:solidFill>
            <a:srgbClr val="FF9D00"/>
          </a:solidFill>
          <a:ln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39" name="Groupe 138">
            <a:extLst>
              <a:ext uri="{FF2B5EF4-FFF2-40B4-BE49-F238E27FC236}">
                <a16:creationId xmlns:a16="http://schemas.microsoft.com/office/drawing/2014/main" id="{AFD49804-0FED-4D01-96D5-AD17C04E82F3}"/>
              </a:ext>
            </a:extLst>
          </p:cNvPr>
          <p:cNvGrpSpPr/>
          <p:nvPr/>
        </p:nvGrpSpPr>
        <p:grpSpPr>
          <a:xfrm>
            <a:off x="140738" y="2880551"/>
            <a:ext cx="4262331" cy="707886"/>
            <a:chOff x="140738" y="2880551"/>
            <a:chExt cx="4262331" cy="707886"/>
          </a:xfrm>
        </p:grpSpPr>
        <p:sp>
          <p:nvSpPr>
            <p:cNvPr id="137" name="ZoneTexte 136">
              <a:extLst>
                <a:ext uri="{FF2B5EF4-FFF2-40B4-BE49-F238E27FC236}">
                  <a16:creationId xmlns:a16="http://schemas.microsoft.com/office/drawing/2014/main" id="{1BA13F6E-35C3-4CD0-97B0-2B48144EC610}"/>
                </a:ext>
              </a:extLst>
            </p:cNvPr>
            <p:cNvSpPr txBox="1"/>
            <p:nvPr/>
          </p:nvSpPr>
          <p:spPr>
            <a:xfrm>
              <a:off x="140738" y="2880551"/>
              <a:ext cx="8128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000" b="1" dirty="0"/>
                <a:t>01</a:t>
              </a:r>
              <a:endParaRPr lang="fr-FR" sz="3200" b="1" dirty="0"/>
            </a:p>
          </p:txBody>
        </p:sp>
        <p:sp>
          <p:nvSpPr>
            <p:cNvPr id="138" name="ZoneTexte 137">
              <a:extLst>
                <a:ext uri="{FF2B5EF4-FFF2-40B4-BE49-F238E27FC236}">
                  <a16:creationId xmlns:a16="http://schemas.microsoft.com/office/drawing/2014/main" id="{3A10E19A-D43D-4778-95D2-D3060E2EEA8E}"/>
                </a:ext>
              </a:extLst>
            </p:cNvPr>
            <p:cNvSpPr txBox="1"/>
            <p:nvPr/>
          </p:nvSpPr>
          <p:spPr>
            <a:xfrm>
              <a:off x="767475" y="3028234"/>
              <a:ext cx="3635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PRESENTATION DE L’ENTREPRISE</a:t>
              </a:r>
            </a:p>
          </p:txBody>
        </p:sp>
      </p:grpSp>
      <p:grpSp>
        <p:nvGrpSpPr>
          <p:cNvPr id="140" name="Groupe 139">
            <a:extLst>
              <a:ext uri="{FF2B5EF4-FFF2-40B4-BE49-F238E27FC236}">
                <a16:creationId xmlns:a16="http://schemas.microsoft.com/office/drawing/2014/main" id="{DAA43CFB-EB76-40E1-BDD9-A79D2363E9F0}"/>
              </a:ext>
            </a:extLst>
          </p:cNvPr>
          <p:cNvGrpSpPr/>
          <p:nvPr/>
        </p:nvGrpSpPr>
        <p:grpSpPr>
          <a:xfrm>
            <a:off x="456854" y="3842756"/>
            <a:ext cx="4262331" cy="707886"/>
            <a:chOff x="140738" y="2880551"/>
            <a:chExt cx="4262331" cy="707886"/>
          </a:xfrm>
        </p:grpSpPr>
        <p:sp>
          <p:nvSpPr>
            <p:cNvPr id="141" name="ZoneTexte 140">
              <a:extLst>
                <a:ext uri="{FF2B5EF4-FFF2-40B4-BE49-F238E27FC236}">
                  <a16:creationId xmlns:a16="http://schemas.microsoft.com/office/drawing/2014/main" id="{C00976AA-A1EA-469E-8D99-E8395FFED2F5}"/>
                </a:ext>
              </a:extLst>
            </p:cNvPr>
            <p:cNvSpPr txBox="1"/>
            <p:nvPr/>
          </p:nvSpPr>
          <p:spPr>
            <a:xfrm>
              <a:off x="140738" y="2880551"/>
              <a:ext cx="8128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000" b="1" dirty="0"/>
                <a:t>02</a:t>
              </a:r>
              <a:endParaRPr lang="fr-FR" sz="3200" b="1" dirty="0"/>
            </a:p>
          </p:txBody>
        </p:sp>
        <p:sp>
          <p:nvSpPr>
            <p:cNvPr id="142" name="ZoneTexte 141">
              <a:extLst>
                <a:ext uri="{FF2B5EF4-FFF2-40B4-BE49-F238E27FC236}">
                  <a16:creationId xmlns:a16="http://schemas.microsoft.com/office/drawing/2014/main" id="{1D4CBE6E-51C9-463A-8185-0913EC7D6575}"/>
                </a:ext>
              </a:extLst>
            </p:cNvPr>
            <p:cNvSpPr txBox="1"/>
            <p:nvPr/>
          </p:nvSpPr>
          <p:spPr>
            <a:xfrm>
              <a:off x="767475" y="3028234"/>
              <a:ext cx="3635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PROBLEMATIQUE</a:t>
              </a:r>
            </a:p>
          </p:txBody>
        </p:sp>
      </p:grpSp>
      <p:grpSp>
        <p:nvGrpSpPr>
          <p:cNvPr id="143" name="Groupe 142">
            <a:extLst>
              <a:ext uri="{FF2B5EF4-FFF2-40B4-BE49-F238E27FC236}">
                <a16:creationId xmlns:a16="http://schemas.microsoft.com/office/drawing/2014/main" id="{3D4D697F-CBB4-4CE4-878B-786D67E786BF}"/>
              </a:ext>
            </a:extLst>
          </p:cNvPr>
          <p:cNvGrpSpPr/>
          <p:nvPr/>
        </p:nvGrpSpPr>
        <p:grpSpPr>
          <a:xfrm>
            <a:off x="255178" y="4814202"/>
            <a:ext cx="4262331" cy="707886"/>
            <a:chOff x="140738" y="2880551"/>
            <a:chExt cx="4262331" cy="707886"/>
          </a:xfrm>
        </p:grpSpPr>
        <p:sp>
          <p:nvSpPr>
            <p:cNvPr id="144" name="ZoneTexte 143">
              <a:extLst>
                <a:ext uri="{FF2B5EF4-FFF2-40B4-BE49-F238E27FC236}">
                  <a16:creationId xmlns:a16="http://schemas.microsoft.com/office/drawing/2014/main" id="{E1BA5C00-5C8A-42F1-9D70-FBAD4614506F}"/>
                </a:ext>
              </a:extLst>
            </p:cNvPr>
            <p:cNvSpPr txBox="1"/>
            <p:nvPr/>
          </p:nvSpPr>
          <p:spPr>
            <a:xfrm>
              <a:off x="140738" y="2880551"/>
              <a:ext cx="8128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000" b="1" dirty="0"/>
                <a:t>03</a:t>
              </a:r>
              <a:endParaRPr lang="fr-FR" sz="3200" b="1" dirty="0"/>
            </a:p>
          </p:txBody>
        </p:sp>
        <p:sp>
          <p:nvSpPr>
            <p:cNvPr id="145" name="ZoneTexte 144">
              <a:extLst>
                <a:ext uri="{FF2B5EF4-FFF2-40B4-BE49-F238E27FC236}">
                  <a16:creationId xmlns:a16="http://schemas.microsoft.com/office/drawing/2014/main" id="{5E37881C-DAEB-4550-BF32-9FAEBFA9554E}"/>
                </a:ext>
              </a:extLst>
            </p:cNvPr>
            <p:cNvSpPr txBox="1"/>
            <p:nvPr/>
          </p:nvSpPr>
          <p:spPr>
            <a:xfrm>
              <a:off x="767475" y="3028234"/>
              <a:ext cx="3635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ETUDE PREALABLE</a:t>
              </a:r>
            </a:p>
          </p:txBody>
        </p:sp>
      </p:grpSp>
      <p:grpSp>
        <p:nvGrpSpPr>
          <p:cNvPr id="162" name="Groupe 161">
            <a:extLst>
              <a:ext uri="{FF2B5EF4-FFF2-40B4-BE49-F238E27FC236}">
                <a16:creationId xmlns:a16="http://schemas.microsoft.com/office/drawing/2014/main" id="{F9294155-5A2A-4CC3-8F93-53DE64CEADBB}"/>
              </a:ext>
            </a:extLst>
          </p:cNvPr>
          <p:cNvGrpSpPr/>
          <p:nvPr/>
        </p:nvGrpSpPr>
        <p:grpSpPr>
          <a:xfrm>
            <a:off x="7528664" y="2808280"/>
            <a:ext cx="4262331" cy="707886"/>
            <a:chOff x="140738" y="2880551"/>
            <a:chExt cx="4262331" cy="707886"/>
          </a:xfrm>
        </p:grpSpPr>
        <p:sp>
          <p:nvSpPr>
            <p:cNvPr id="163" name="ZoneTexte 162">
              <a:extLst>
                <a:ext uri="{FF2B5EF4-FFF2-40B4-BE49-F238E27FC236}">
                  <a16:creationId xmlns:a16="http://schemas.microsoft.com/office/drawing/2014/main" id="{C6387E4E-DFFA-41E7-890B-8D5ECF30CB6D}"/>
                </a:ext>
              </a:extLst>
            </p:cNvPr>
            <p:cNvSpPr txBox="1"/>
            <p:nvPr/>
          </p:nvSpPr>
          <p:spPr>
            <a:xfrm>
              <a:off x="140738" y="2880551"/>
              <a:ext cx="8128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000" b="1" dirty="0"/>
                <a:t>04</a:t>
              </a:r>
              <a:endParaRPr lang="fr-FR" sz="3200" b="1" dirty="0"/>
            </a:p>
          </p:txBody>
        </p:sp>
        <p:sp>
          <p:nvSpPr>
            <p:cNvPr id="164" name="ZoneTexte 163">
              <a:extLst>
                <a:ext uri="{FF2B5EF4-FFF2-40B4-BE49-F238E27FC236}">
                  <a16:creationId xmlns:a16="http://schemas.microsoft.com/office/drawing/2014/main" id="{6FDD8D13-CC35-43FF-BC22-3A9549B264EF}"/>
                </a:ext>
              </a:extLst>
            </p:cNvPr>
            <p:cNvSpPr txBox="1"/>
            <p:nvPr/>
          </p:nvSpPr>
          <p:spPr>
            <a:xfrm>
              <a:off x="767475" y="3028234"/>
              <a:ext cx="3635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MODELISATION DETAILLEE</a:t>
              </a:r>
            </a:p>
          </p:txBody>
        </p:sp>
      </p:grpSp>
      <p:grpSp>
        <p:nvGrpSpPr>
          <p:cNvPr id="165" name="Groupe 164">
            <a:extLst>
              <a:ext uri="{FF2B5EF4-FFF2-40B4-BE49-F238E27FC236}">
                <a16:creationId xmlns:a16="http://schemas.microsoft.com/office/drawing/2014/main" id="{165AF4B2-B893-4F2C-BF1D-8E28ABDEF3B3}"/>
              </a:ext>
            </a:extLst>
          </p:cNvPr>
          <p:cNvGrpSpPr/>
          <p:nvPr/>
        </p:nvGrpSpPr>
        <p:grpSpPr>
          <a:xfrm>
            <a:off x="7385017" y="3879551"/>
            <a:ext cx="4262331" cy="707886"/>
            <a:chOff x="140738" y="2880551"/>
            <a:chExt cx="4262331" cy="707886"/>
          </a:xfrm>
        </p:grpSpPr>
        <p:sp>
          <p:nvSpPr>
            <p:cNvPr id="166" name="ZoneTexte 165">
              <a:extLst>
                <a:ext uri="{FF2B5EF4-FFF2-40B4-BE49-F238E27FC236}">
                  <a16:creationId xmlns:a16="http://schemas.microsoft.com/office/drawing/2014/main" id="{33140163-4FC0-4CA5-A419-D453622A12FD}"/>
                </a:ext>
              </a:extLst>
            </p:cNvPr>
            <p:cNvSpPr txBox="1"/>
            <p:nvPr/>
          </p:nvSpPr>
          <p:spPr>
            <a:xfrm>
              <a:off x="140738" y="2880551"/>
              <a:ext cx="8128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000" b="1" dirty="0"/>
                <a:t>05</a:t>
              </a:r>
              <a:endParaRPr lang="fr-FR" sz="3200" b="1" dirty="0"/>
            </a:p>
          </p:txBody>
        </p:sp>
        <p:sp>
          <p:nvSpPr>
            <p:cNvPr id="167" name="ZoneTexte 166">
              <a:extLst>
                <a:ext uri="{FF2B5EF4-FFF2-40B4-BE49-F238E27FC236}">
                  <a16:creationId xmlns:a16="http://schemas.microsoft.com/office/drawing/2014/main" id="{F12D19F0-6BEA-4EBE-BB4D-73F67E11C9EF}"/>
                </a:ext>
              </a:extLst>
            </p:cNvPr>
            <p:cNvSpPr txBox="1"/>
            <p:nvPr/>
          </p:nvSpPr>
          <p:spPr>
            <a:xfrm>
              <a:off x="767475" y="3028234"/>
              <a:ext cx="3635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IMPLEMENTATION</a:t>
              </a:r>
            </a:p>
          </p:txBody>
        </p:sp>
      </p:grpSp>
      <p:grpSp>
        <p:nvGrpSpPr>
          <p:cNvPr id="168" name="Groupe 167">
            <a:extLst>
              <a:ext uri="{FF2B5EF4-FFF2-40B4-BE49-F238E27FC236}">
                <a16:creationId xmlns:a16="http://schemas.microsoft.com/office/drawing/2014/main" id="{D5ABCA4E-6E62-4B9C-A491-6133BB33C7FA}"/>
              </a:ext>
            </a:extLst>
          </p:cNvPr>
          <p:cNvGrpSpPr/>
          <p:nvPr/>
        </p:nvGrpSpPr>
        <p:grpSpPr>
          <a:xfrm>
            <a:off x="7276537" y="4966115"/>
            <a:ext cx="4262331" cy="707886"/>
            <a:chOff x="140738" y="2880551"/>
            <a:chExt cx="4262331" cy="707886"/>
          </a:xfrm>
        </p:grpSpPr>
        <p:sp>
          <p:nvSpPr>
            <p:cNvPr id="169" name="ZoneTexte 168">
              <a:extLst>
                <a:ext uri="{FF2B5EF4-FFF2-40B4-BE49-F238E27FC236}">
                  <a16:creationId xmlns:a16="http://schemas.microsoft.com/office/drawing/2014/main" id="{ADFD2979-5970-4A0E-BF89-592C13884C7D}"/>
                </a:ext>
              </a:extLst>
            </p:cNvPr>
            <p:cNvSpPr txBox="1"/>
            <p:nvPr/>
          </p:nvSpPr>
          <p:spPr>
            <a:xfrm>
              <a:off x="140738" y="2880551"/>
              <a:ext cx="8128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000" b="1" dirty="0"/>
                <a:t>06</a:t>
              </a:r>
              <a:endParaRPr lang="fr-FR" sz="3200" b="1" dirty="0"/>
            </a:p>
          </p:txBody>
        </p:sp>
        <p:sp>
          <p:nvSpPr>
            <p:cNvPr id="170" name="ZoneTexte 169">
              <a:extLst>
                <a:ext uri="{FF2B5EF4-FFF2-40B4-BE49-F238E27FC236}">
                  <a16:creationId xmlns:a16="http://schemas.microsoft.com/office/drawing/2014/main" id="{CD1BFB68-D75E-409A-BB77-CB7CA50FD96E}"/>
                </a:ext>
              </a:extLst>
            </p:cNvPr>
            <p:cNvSpPr txBox="1"/>
            <p:nvPr/>
          </p:nvSpPr>
          <p:spPr>
            <a:xfrm>
              <a:off x="767475" y="3028234"/>
              <a:ext cx="3635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 PERSPECTIVE ET AMELIORATION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348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129" grpId="0" animBg="1"/>
      <p:bldP spid="130" grpId="0" animBg="1"/>
      <p:bldP spid="131" grpId="0" animBg="1"/>
      <p:bldP spid="1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404CDE-B01F-486C-BDE8-540765753275}"/>
              </a:ext>
            </a:extLst>
          </p:cNvPr>
          <p:cNvSpPr/>
          <p:nvPr/>
        </p:nvSpPr>
        <p:spPr>
          <a:xfrm>
            <a:off x="0" y="6237090"/>
            <a:ext cx="12192000" cy="627863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9ADF97-136D-4433-B703-552AEDB66A50}"/>
              </a:ext>
            </a:extLst>
          </p:cNvPr>
          <p:cNvSpPr/>
          <p:nvPr/>
        </p:nvSpPr>
        <p:spPr>
          <a:xfrm rot="5400000">
            <a:off x="8626604" y="3259796"/>
            <a:ext cx="6864953" cy="285400"/>
          </a:xfrm>
          <a:prstGeom prst="rect">
            <a:avLst/>
          </a:prstGeom>
          <a:solidFill>
            <a:srgbClr val="FF9D00"/>
          </a:solidFill>
          <a:ln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96D314-0A76-426F-B351-41F3365C202D}"/>
              </a:ext>
            </a:extLst>
          </p:cNvPr>
          <p:cNvSpPr/>
          <p:nvPr/>
        </p:nvSpPr>
        <p:spPr>
          <a:xfrm>
            <a:off x="-22766" y="-52466"/>
            <a:ext cx="12214766" cy="44656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Hexagone 6">
            <a:extLst>
              <a:ext uri="{FF2B5EF4-FFF2-40B4-BE49-F238E27FC236}">
                <a16:creationId xmlns:a16="http://schemas.microsoft.com/office/drawing/2014/main" id="{CAFA7A94-A43B-468A-93CD-B1DB87DAAB40}"/>
              </a:ext>
            </a:extLst>
          </p:cNvPr>
          <p:cNvSpPr/>
          <p:nvPr/>
        </p:nvSpPr>
        <p:spPr>
          <a:xfrm>
            <a:off x="210248" y="1557420"/>
            <a:ext cx="2571338" cy="2018370"/>
          </a:xfrm>
          <a:prstGeom prst="hexagon">
            <a:avLst/>
          </a:prstGeom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8DF61BCC-83A9-444C-B888-91D1D71DD8F3}"/>
              </a:ext>
            </a:extLst>
          </p:cNvPr>
          <p:cNvGrpSpPr/>
          <p:nvPr/>
        </p:nvGrpSpPr>
        <p:grpSpPr>
          <a:xfrm>
            <a:off x="652748" y="887073"/>
            <a:ext cx="5511719" cy="812753"/>
            <a:chOff x="652748" y="887073"/>
            <a:chExt cx="5511719" cy="812753"/>
          </a:xfrm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B52CA8AF-2466-4696-8330-095D4C8CDD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322" y="1116767"/>
              <a:ext cx="389980" cy="53868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3B145915-269D-451B-BF2E-0769EC51480A}"/>
                </a:ext>
              </a:extLst>
            </p:cNvPr>
            <p:cNvSpPr/>
            <p:nvPr/>
          </p:nvSpPr>
          <p:spPr>
            <a:xfrm>
              <a:off x="652748" y="1474973"/>
              <a:ext cx="179882" cy="22485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0EEB13CC-1ACB-4F4F-A66B-1C1388BA4525}"/>
                </a:ext>
              </a:extLst>
            </p:cNvPr>
            <p:cNvCxnSpPr>
              <a:cxnSpLocks/>
              <a:endCxn id="23" idx="2"/>
            </p:cNvCxnSpPr>
            <p:nvPr/>
          </p:nvCxnSpPr>
          <p:spPr>
            <a:xfrm>
              <a:off x="1060583" y="1116767"/>
              <a:ext cx="592538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AFAD3B96-AA0E-407E-8671-25CC6AB8C1F1}"/>
                </a:ext>
              </a:extLst>
            </p:cNvPr>
            <p:cNvSpPr/>
            <p:nvPr/>
          </p:nvSpPr>
          <p:spPr>
            <a:xfrm>
              <a:off x="1965847" y="887073"/>
              <a:ext cx="4198620" cy="5879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C294363F-9E95-4A4A-A937-0DFB4A1150D8}"/>
                </a:ext>
              </a:extLst>
            </p:cNvPr>
            <p:cNvSpPr/>
            <p:nvPr/>
          </p:nvSpPr>
          <p:spPr>
            <a:xfrm>
              <a:off x="1653121" y="1004340"/>
              <a:ext cx="179882" cy="22485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5B67A557-8B7A-4B8B-BDC5-F64C209767FE}"/>
              </a:ext>
            </a:extLst>
          </p:cNvPr>
          <p:cNvGrpSpPr/>
          <p:nvPr/>
        </p:nvGrpSpPr>
        <p:grpSpPr>
          <a:xfrm>
            <a:off x="1965847" y="827080"/>
            <a:ext cx="4262331" cy="707886"/>
            <a:chOff x="140738" y="2880551"/>
            <a:chExt cx="4262331" cy="707886"/>
          </a:xfrm>
        </p:grpSpPr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01A8EF33-9D8E-4E91-A823-9CF0ADC7D2A0}"/>
                </a:ext>
              </a:extLst>
            </p:cNvPr>
            <p:cNvSpPr txBox="1"/>
            <p:nvPr/>
          </p:nvSpPr>
          <p:spPr>
            <a:xfrm>
              <a:off x="140738" y="2880551"/>
              <a:ext cx="8128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000" b="1" dirty="0"/>
                <a:t>01</a:t>
              </a:r>
              <a:endParaRPr lang="fr-FR" sz="3200" b="1" dirty="0"/>
            </a:p>
          </p:txBody>
        </p:sp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FA3AA0DE-3C5F-4AA6-B176-5AEAA19ECDD9}"/>
                </a:ext>
              </a:extLst>
            </p:cNvPr>
            <p:cNvSpPr txBox="1"/>
            <p:nvPr/>
          </p:nvSpPr>
          <p:spPr>
            <a:xfrm>
              <a:off x="767475" y="3028234"/>
              <a:ext cx="3635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PRESENTATION DE L’ENTREPRISE</a:t>
              </a:r>
            </a:p>
          </p:txBody>
        </p:sp>
      </p:grpSp>
      <p:pic>
        <p:nvPicPr>
          <p:cNvPr id="35" name="Image 34">
            <a:extLst>
              <a:ext uri="{FF2B5EF4-FFF2-40B4-BE49-F238E27FC236}">
                <a16:creationId xmlns:a16="http://schemas.microsoft.com/office/drawing/2014/main" id="{17959525-7F5F-4A3C-8E12-ED5C26334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434715" y="1669845"/>
            <a:ext cx="1918740" cy="170231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28553D1A-372E-4AEB-A0D6-F0BDCBDCE04D}"/>
              </a:ext>
            </a:extLst>
          </p:cNvPr>
          <p:cNvSpPr/>
          <p:nvPr/>
        </p:nvSpPr>
        <p:spPr>
          <a:xfrm>
            <a:off x="2962910" y="3197197"/>
            <a:ext cx="6756400" cy="587900"/>
          </a:xfrm>
          <a:prstGeom prst="rect">
            <a:avLst/>
          </a:prstGeom>
          <a:noFill/>
          <a:ln w="57150">
            <a:solidFill>
              <a:srgbClr val="EA58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3A60D88E-CE13-4D51-B88D-4A01E0E1BC9F}"/>
              </a:ext>
            </a:extLst>
          </p:cNvPr>
          <p:cNvSpPr txBox="1"/>
          <p:nvPr/>
        </p:nvSpPr>
        <p:spPr>
          <a:xfrm>
            <a:off x="4892585" y="3206805"/>
            <a:ext cx="34124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9200DC"/>
                </a:solidFill>
              </a:rPr>
              <a:t>QUI EST MIS ?</a:t>
            </a:r>
            <a:endParaRPr lang="fr-FR" sz="2400" b="1" dirty="0">
              <a:solidFill>
                <a:srgbClr val="9200DC"/>
              </a:solidFill>
            </a:endParaRPr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E68C3D7F-A886-471F-8E94-F2C0373FC4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153" y="541625"/>
            <a:ext cx="1508903" cy="1035240"/>
          </a:xfrm>
          <a:prstGeom prst="roundRect">
            <a:avLst>
              <a:gd name="adj" fmla="val 8594"/>
            </a:avLst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99263EE3-D6EE-4164-B317-3688A044F76C}"/>
              </a:ext>
            </a:extLst>
          </p:cNvPr>
          <p:cNvSpPr/>
          <p:nvPr/>
        </p:nvSpPr>
        <p:spPr>
          <a:xfrm>
            <a:off x="2659107" y="3203680"/>
            <a:ext cx="7364006" cy="587900"/>
          </a:xfrm>
          <a:prstGeom prst="rect">
            <a:avLst/>
          </a:prstGeom>
          <a:noFill/>
          <a:ln w="57150">
            <a:solidFill>
              <a:srgbClr val="EA58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242838B-0154-4F83-9E61-7449CFD902D9}"/>
              </a:ext>
            </a:extLst>
          </p:cNvPr>
          <p:cNvSpPr/>
          <p:nvPr/>
        </p:nvSpPr>
        <p:spPr>
          <a:xfrm>
            <a:off x="2522854" y="3203680"/>
            <a:ext cx="8000079" cy="587900"/>
          </a:xfrm>
          <a:prstGeom prst="rect">
            <a:avLst/>
          </a:prstGeom>
          <a:noFill/>
          <a:ln w="57150">
            <a:solidFill>
              <a:srgbClr val="EA58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0C5B540-DA0E-4425-944E-08EC3D141A84}"/>
              </a:ext>
            </a:extLst>
          </p:cNvPr>
          <p:cNvSpPr/>
          <p:nvPr/>
        </p:nvSpPr>
        <p:spPr>
          <a:xfrm>
            <a:off x="2511041" y="3172843"/>
            <a:ext cx="8000079" cy="522706"/>
          </a:xfrm>
          <a:prstGeom prst="rect">
            <a:avLst/>
          </a:prstGeom>
          <a:noFill/>
          <a:ln w="57150">
            <a:solidFill>
              <a:srgbClr val="EA58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84AF0752-EEC7-4636-80DE-DC7C89BF07D7}"/>
              </a:ext>
            </a:extLst>
          </p:cNvPr>
          <p:cNvSpPr txBox="1"/>
          <p:nvPr/>
        </p:nvSpPr>
        <p:spPr>
          <a:xfrm>
            <a:off x="3417960" y="3160043"/>
            <a:ext cx="56839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9200DC"/>
                </a:solidFill>
              </a:rPr>
              <a:t>Quel est sont secteur d’activité ?</a:t>
            </a:r>
            <a:endParaRPr lang="fr-FR" sz="2400" b="1" dirty="0">
              <a:solidFill>
                <a:srgbClr val="9200DC"/>
              </a:solidFill>
            </a:endParaRP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C0B34107-B13F-4902-B326-E7AA46B51AEE}"/>
              </a:ext>
            </a:extLst>
          </p:cNvPr>
          <p:cNvSpPr txBox="1"/>
          <p:nvPr/>
        </p:nvSpPr>
        <p:spPr>
          <a:xfrm>
            <a:off x="2962910" y="3190714"/>
            <a:ext cx="71225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9200DC"/>
                </a:solidFill>
              </a:rPr>
              <a:t>Quelle est sa localisation géographique</a:t>
            </a:r>
            <a:endParaRPr lang="fr-FR" sz="2400" b="1" dirty="0">
              <a:solidFill>
                <a:srgbClr val="9200DC"/>
              </a:solidFill>
            </a:endParaRP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FD33E510-D990-45B6-9DA9-BB85226BF91D}"/>
              </a:ext>
            </a:extLst>
          </p:cNvPr>
          <p:cNvSpPr txBox="1"/>
          <p:nvPr/>
        </p:nvSpPr>
        <p:spPr>
          <a:xfrm>
            <a:off x="3032772" y="3206338"/>
            <a:ext cx="73564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9200DC"/>
                </a:solidFill>
              </a:rPr>
              <a:t>Pourquoi a-t-elle suscitée notre intérêt ?</a:t>
            </a:r>
            <a:endParaRPr lang="fr-FR" sz="2400" b="1" dirty="0">
              <a:solidFill>
                <a:srgbClr val="9200D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90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xit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25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7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6" grpId="1" animBg="1"/>
      <p:bldP spid="38" grpId="0"/>
      <p:bldP spid="38" grpId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/>
      <p:bldP spid="47" grpId="1"/>
      <p:bldP spid="48" grpId="0"/>
      <p:bldP spid="48" grpId="1"/>
      <p:bldP spid="49" grpId="0"/>
      <p:bldP spid="4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53A6F2-977D-4C44-9D1C-2B9F12CF03E1}"/>
              </a:ext>
            </a:extLst>
          </p:cNvPr>
          <p:cNvSpPr/>
          <p:nvPr/>
        </p:nvSpPr>
        <p:spPr>
          <a:xfrm>
            <a:off x="-22766" y="-26344"/>
            <a:ext cx="12214766" cy="44656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79E322-1467-4D11-BF89-CE96317EAAD7}"/>
              </a:ext>
            </a:extLst>
          </p:cNvPr>
          <p:cNvSpPr/>
          <p:nvPr/>
        </p:nvSpPr>
        <p:spPr>
          <a:xfrm rot="5400000">
            <a:off x="8482964" y="3101167"/>
            <a:ext cx="6864953" cy="572680"/>
          </a:xfrm>
          <a:prstGeom prst="rect">
            <a:avLst/>
          </a:prstGeom>
          <a:solidFill>
            <a:srgbClr val="FF9D00"/>
          </a:solidFill>
          <a:ln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E08649-5354-49ED-B124-EC5128DFD767}"/>
              </a:ext>
            </a:extLst>
          </p:cNvPr>
          <p:cNvSpPr/>
          <p:nvPr/>
        </p:nvSpPr>
        <p:spPr>
          <a:xfrm>
            <a:off x="0" y="6237090"/>
            <a:ext cx="12192000" cy="627863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Hexagone 6">
            <a:extLst>
              <a:ext uri="{FF2B5EF4-FFF2-40B4-BE49-F238E27FC236}">
                <a16:creationId xmlns:a16="http://schemas.microsoft.com/office/drawing/2014/main" id="{DE42C4C8-7ABC-46C5-9FC8-3B73CDA72124}"/>
              </a:ext>
            </a:extLst>
          </p:cNvPr>
          <p:cNvSpPr/>
          <p:nvPr/>
        </p:nvSpPr>
        <p:spPr>
          <a:xfrm>
            <a:off x="90092" y="1377537"/>
            <a:ext cx="2571338" cy="2018370"/>
          </a:xfrm>
          <a:prstGeom prst="hexagon">
            <a:avLst/>
          </a:prstGeom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CED9526E-E47E-442D-816B-77FE9CF933D1}"/>
              </a:ext>
            </a:extLst>
          </p:cNvPr>
          <p:cNvGrpSpPr/>
          <p:nvPr/>
        </p:nvGrpSpPr>
        <p:grpSpPr>
          <a:xfrm>
            <a:off x="2114289" y="664140"/>
            <a:ext cx="5511719" cy="812753"/>
            <a:chOff x="652748" y="887073"/>
            <a:chExt cx="5511719" cy="812753"/>
          </a:xfrm>
          <a:solidFill>
            <a:srgbClr val="FFFF00"/>
          </a:solidFill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E528CD73-1A48-46B9-8C86-FCA3044AAE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322" y="1116767"/>
              <a:ext cx="389980" cy="538681"/>
            </a:xfrm>
            <a:prstGeom prst="line">
              <a:avLst/>
            </a:prstGeom>
            <a:grpFill/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534FED0C-E598-4C81-8EA6-31B5E726BA89}"/>
                </a:ext>
              </a:extLst>
            </p:cNvPr>
            <p:cNvSpPr/>
            <p:nvPr/>
          </p:nvSpPr>
          <p:spPr>
            <a:xfrm>
              <a:off x="652748" y="1474973"/>
              <a:ext cx="179882" cy="22485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A7C65E8D-74FE-4F8C-918A-546DC6F90003}"/>
                </a:ext>
              </a:extLst>
            </p:cNvPr>
            <p:cNvCxnSpPr>
              <a:cxnSpLocks/>
              <a:endCxn id="13" idx="2"/>
            </p:cNvCxnSpPr>
            <p:nvPr/>
          </p:nvCxnSpPr>
          <p:spPr>
            <a:xfrm>
              <a:off x="1060583" y="1116767"/>
              <a:ext cx="592538" cy="0"/>
            </a:xfrm>
            <a:prstGeom prst="line">
              <a:avLst/>
            </a:prstGeom>
            <a:grpFill/>
            <a:ln w="285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9BE1C9E4-DB21-4280-8B95-2F846B5F3A31}"/>
                </a:ext>
              </a:extLst>
            </p:cNvPr>
            <p:cNvSpPr/>
            <p:nvPr/>
          </p:nvSpPr>
          <p:spPr>
            <a:xfrm>
              <a:off x="1965847" y="887073"/>
              <a:ext cx="4198620" cy="587900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rgbClr val="FFFF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0EF81B34-4A68-4FCA-8A59-359686900025}"/>
                </a:ext>
              </a:extLst>
            </p:cNvPr>
            <p:cNvSpPr/>
            <p:nvPr/>
          </p:nvSpPr>
          <p:spPr>
            <a:xfrm>
              <a:off x="1653121" y="1004340"/>
              <a:ext cx="179882" cy="224853"/>
            </a:xfrm>
            <a:prstGeom prst="ellipse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906F3C7C-A29B-479D-A214-73DACF83B954}"/>
              </a:ext>
            </a:extLst>
          </p:cNvPr>
          <p:cNvGrpSpPr/>
          <p:nvPr/>
        </p:nvGrpSpPr>
        <p:grpSpPr>
          <a:xfrm>
            <a:off x="3500923" y="604147"/>
            <a:ext cx="4262331" cy="707886"/>
            <a:chOff x="140738" y="2880551"/>
            <a:chExt cx="4262331" cy="707886"/>
          </a:xfrm>
        </p:grpSpPr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ED4EF96D-575D-447D-B266-D18D2862A178}"/>
                </a:ext>
              </a:extLst>
            </p:cNvPr>
            <p:cNvSpPr txBox="1"/>
            <p:nvPr/>
          </p:nvSpPr>
          <p:spPr>
            <a:xfrm>
              <a:off x="140738" y="2880551"/>
              <a:ext cx="8128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000" b="1" dirty="0"/>
                <a:t>02</a:t>
              </a:r>
              <a:endParaRPr lang="fr-FR" sz="3200" b="1" dirty="0"/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DB44AABE-DC42-42BB-84AF-B2DA62FBB2F0}"/>
                </a:ext>
              </a:extLst>
            </p:cNvPr>
            <p:cNvSpPr txBox="1"/>
            <p:nvPr/>
          </p:nvSpPr>
          <p:spPr>
            <a:xfrm>
              <a:off x="767475" y="3028234"/>
              <a:ext cx="3635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PROBLEMATIQUE</a:t>
              </a:r>
            </a:p>
          </p:txBody>
        </p:sp>
      </p:grpSp>
      <p:pic>
        <p:nvPicPr>
          <p:cNvPr id="17" name="Image 16">
            <a:extLst>
              <a:ext uri="{FF2B5EF4-FFF2-40B4-BE49-F238E27FC236}">
                <a16:creationId xmlns:a16="http://schemas.microsoft.com/office/drawing/2014/main" id="{32925D06-EFCA-40A3-8CBD-4E96DB29E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99" y="1445677"/>
            <a:ext cx="1811893" cy="1844752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DBEA40D2-BEDA-4CE6-863C-5EEA4E41F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913" y="4162334"/>
            <a:ext cx="2187639" cy="1458426"/>
          </a:xfrm>
          <a:prstGeom prst="rect">
            <a:avLst/>
          </a:prstGeom>
        </p:spPr>
      </p:pic>
      <p:sp>
        <p:nvSpPr>
          <p:cNvPr id="20" name="Phylactère : pensées 19">
            <a:extLst>
              <a:ext uri="{FF2B5EF4-FFF2-40B4-BE49-F238E27FC236}">
                <a16:creationId xmlns:a16="http://schemas.microsoft.com/office/drawing/2014/main" id="{219BABB1-95DF-4761-9358-9088C50AF893}"/>
              </a:ext>
            </a:extLst>
          </p:cNvPr>
          <p:cNvSpPr/>
          <p:nvPr/>
        </p:nvSpPr>
        <p:spPr>
          <a:xfrm>
            <a:off x="6384163" y="2229405"/>
            <a:ext cx="2163556" cy="1580595"/>
          </a:xfrm>
          <a:prstGeom prst="cloudCallout">
            <a:avLst/>
          </a:prstGeom>
          <a:noFill/>
          <a:ln>
            <a:solidFill>
              <a:srgbClr val="EA58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" name="Phylactère : pensées 20">
            <a:extLst>
              <a:ext uri="{FF2B5EF4-FFF2-40B4-BE49-F238E27FC236}">
                <a16:creationId xmlns:a16="http://schemas.microsoft.com/office/drawing/2014/main" id="{9A301805-679F-421F-B31D-DF893D969967}"/>
              </a:ext>
            </a:extLst>
          </p:cNvPr>
          <p:cNvSpPr/>
          <p:nvPr/>
        </p:nvSpPr>
        <p:spPr>
          <a:xfrm flipH="1">
            <a:off x="2960913" y="2284586"/>
            <a:ext cx="2319394" cy="1708531"/>
          </a:xfrm>
          <a:prstGeom prst="cloudCallout">
            <a:avLst/>
          </a:prstGeom>
          <a:noFill/>
          <a:ln>
            <a:solidFill>
              <a:srgbClr val="EA58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99802DA0-A58B-4AE2-BFF6-33E76C6C046B}"/>
              </a:ext>
            </a:extLst>
          </p:cNvPr>
          <p:cNvSpPr txBox="1"/>
          <p:nvPr/>
        </p:nvSpPr>
        <p:spPr>
          <a:xfrm>
            <a:off x="3517929" y="2848120"/>
            <a:ext cx="16460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Absence de structuration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C4AED07-889A-4161-9CA7-CE26FB52055A}"/>
              </a:ext>
            </a:extLst>
          </p:cNvPr>
          <p:cNvSpPr txBox="1"/>
          <p:nvPr/>
        </p:nvSpPr>
        <p:spPr>
          <a:xfrm>
            <a:off x="6814556" y="2561545"/>
            <a:ext cx="164602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Manque de visibilité digitale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451C462-E11F-474F-A6E7-C72A5EFF9B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913" y="4140742"/>
            <a:ext cx="2187639" cy="1509735"/>
          </a:xfrm>
          <a:prstGeom prst="rect">
            <a:avLst/>
          </a:prstGeom>
        </p:spPr>
      </p:pic>
      <p:sp>
        <p:nvSpPr>
          <p:cNvPr id="18" name="Phylactère : pensées 17">
            <a:extLst>
              <a:ext uri="{FF2B5EF4-FFF2-40B4-BE49-F238E27FC236}">
                <a16:creationId xmlns:a16="http://schemas.microsoft.com/office/drawing/2014/main" id="{1369596F-A5DD-4011-83D5-47105B2677F3}"/>
              </a:ext>
            </a:extLst>
          </p:cNvPr>
          <p:cNvSpPr/>
          <p:nvPr/>
        </p:nvSpPr>
        <p:spPr>
          <a:xfrm>
            <a:off x="6399268" y="2229405"/>
            <a:ext cx="2148451" cy="1580594"/>
          </a:xfrm>
          <a:prstGeom prst="cloudCallout">
            <a:avLst/>
          </a:prstGeom>
          <a:solidFill>
            <a:schemeClr val="bg1"/>
          </a:solidFill>
          <a:ln>
            <a:solidFill>
              <a:srgbClr val="EA58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8BB9742-A621-4CCA-A4F0-A6278FD9EA94}"/>
              </a:ext>
            </a:extLst>
          </p:cNvPr>
          <p:cNvSpPr txBox="1"/>
          <p:nvPr/>
        </p:nvSpPr>
        <p:spPr>
          <a:xfrm>
            <a:off x="6814556" y="2679620"/>
            <a:ext cx="1479583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2000" b="1" dirty="0"/>
              <a:t>Manque de proximité</a:t>
            </a:r>
          </a:p>
        </p:txBody>
      </p:sp>
      <p:sp>
        <p:nvSpPr>
          <p:cNvPr id="25" name="Phylactère : pensées 24">
            <a:extLst>
              <a:ext uri="{FF2B5EF4-FFF2-40B4-BE49-F238E27FC236}">
                <a16:creationId xmlns:a16="http://schemas.microsoft.com/office/drawing/2014/main" id="{F56D947F-3AF0-4DF9-BE9B-D33B6371706E}"/>
              </a:ext>
            </a:extLst>
          </p:cNvPr>
          <p:cNvSpPr/>
          <p:nvPr/>
        </p:nvSpPr>
        <p:spPr>
          <a:xfrm flipH="1">
            <a:off x="2895324" y="2244822"/>
            <a:ext cx="2405566" cy="1748295"/>
          </a:xfrm>
          <a:prstGeom prst="cloudCallout">
            <a:avLst/>
          </a:prstGeom>
          <a:solidFill>
            <a:schemeClr val="bg1"/>
          </a:solidFill>
          <a:ln>
            <a:solidFill>
              <a:srgbClr val="EA58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BAEE368-F2C5-4334-974E-152F46F36506}"/>
              </a:ext>
            </a:extLst>
          </p:cNvPr>
          <p:cNvSpPr txBox="1"/>
          <p:nvPr/>
        </p:nvSpPr>
        <p:spPr>
          <a:xfrm>
            <a:off x="3477771" y="2860274"/>
            <a:ext cx="1646024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2000" b="1" dirty="0"/>
              <a:t>Inefficacité temporelle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F4C2A8E7-6B30-46F4-A89D-B14674D67EB6}"/>
              </a:ext>
            </a:extLst>
          </p:cNvPr>
          <p:cNvSpPr txBox="1"/>
          <p:nvPr/>
        </p:nvSpPr>
        <p:spPr>
          <a:xfrm>
            <a:off x="4127660" y="5686492"/>
            <a:ext cx="3280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EA580C"/>
                </a:solidFill>
              </a:rPr>
              <a:t>COMMERCE EN FAILLITE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6BD3A685-B20B-4CFC-8747-A14E501EFC2A}"/>
              </a:ext>
            </a:extLst>
          </p:cNvPr>
          <p:cNvSpPr txBox="1"/>
          <p:nvPr/>
        </p:nvSpPr>
        <p:spPr>
          <a:xfrm>
            <a:off x="4527792" y="5686491"/>
            <a:ext cx="3026555" cy="46166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EA580C"/>
                </a:solidFill>
              </a:rPr>
              <a:t>CLIENT MECONTENT</a:t>
            </a:r>
          </a:p>
        </p:txBody>
      </p:sp>
    </p:spTree>
    <p:extLst>
      <p:ext uri="{BB962C8B-B14F-4D97-AF65-F5344CB8AC3E}">
        <p14:creationId xmlns:p14="http://schemas.microsoft.com/office/powerpoint/2010/main" val="331848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 animBg="1"/>
      <p:bldP spid="21" grpId="1" animBg="1"/>
      <p:bldP spid="22" grpId="0"/>
      <p:bldP spid="22" grpId="1"/>
      <p:bldP spid="23" grpId="0"/>
      <p:bldP spid="23" grpId="1"/>
      <p:bldP spid="18" grpId="0" animBg="1"/>
      <p:bldP spid="24" grpId="0"/>
      <p:bldP spid="25" grpId="0" animBg="1"/>
      <p:bldP spid="26" grpId="0"/>
      <p:bldP spid="27" grpId="0"/>
      <p:bldP spid="27" grpId="1"/>
      <p:bldP spid="3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ctogone 4">
            <a:extLst>
              <a:ext uri="{FF2B5EF4-FFF2-40B4-BE49-F238E27FC236}">
                <a16:creationId xmlns:a16="http://schemas.microsoft.com/office/drawing/2014/main" id="{9D154D72-4F3E-40E6-AC60-BC34FA54F098}"/>
              </a:ext>
            </a:extLst>
          </p:cNvPr>
          <p:cNvSpPr/>
          <p:nvPr/>
        </p:nvSpPr>
        <p:spPr>
          <a:xfrm>
            <a:off x="250474" y="1273524"/>
            <a:ext cx="2600793" cy="1873770"/>
          </a:xfrm>
          <a:prstGeom prst="octagon">
            <a:avLst/>
          </a:prstGeom>
          <a:solidFill>
            <a:srgbClr val="EA580C"/>
          </a:solidFill>
          <a:ln w="38100">
            <a:solidFill>
              <a:srgbClr val="EA58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E2E429-3B98-458F-B27C-7CE5A5E10E14}"/>
              </a:ext>
            </a:extLst>
          </p:cNvPr>
          <p:cNvSpPr/>
          <p:nvPr/>
        </p:nvSpPr>
        <p:spPr>
          <a:xfrm>
            <a:off x="7496" y="2420912"/>
            <a:ext cx="149901" cy="20536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2AED8A-3A29-48FB-B1E1-E43E7CCCD7AB}"/>
              </a:ext>
            </a:extLst>
          </p:cNvPr>
          <p:cNvSpPr/>
          <p:nvPr/>
        </p:nvSpPr>
        <p:spPr>
          <a:xfrm>
            <a:off x="0" y="6237090"/>
            <a:ext cx="12192000" cy="627863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B3AAB4-C18E-4B67-80F5-799525D15147}"/>
              </a:ext>
            </a:extLst>
          </p:cNvPr>
          <p:cNvSpPr/>
          <p:nvPr/>
        </p:nvSpPr>
        <p:spPr>
          <a:xfrm rot="5400000">
            <a:off x="8227003" y="2845206"/>
            <a:ext cx="6864953" cy="1084602"/>
          </a:xfrm>
          <a:prstGeom prst="rect">
            <a:avLst/>
          </a:prstGeom>
          <a:solidFill>
            <a:srgbClr val="FF9D00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0D6F9-AA7D-44C2-B875-F599D950806E}"/>
              </a:ext>
            </a:extLst>
          </p:cNvPr>
          <p:cNvSpPr/>
          <p:nvPr/>
        </p:nvSpPr>
        <p:spPr>
          <a:xfrm>
            <a:off x="-22766" y="-48115"/>
            <a:ext cx="12214766" cy="44656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6EDDCFD6-596E-4ECF-ABC6-E2501C4D5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309" y="1320467"/>
            <a:ext cx="1756205" cy="1657908"/>
          </a:xfrm>
          <a:prstGeom prst="rect">
            <a:avLst/>
          </a:prstGeom>
        </p:spPr>
      </p:pic>
      <p:grpSp>
        <p:nvGrpSpPr>
          <p:cNvPr id="32" name="Groupe 31">
            <a:extLst>
              <a:ext uri="{FF2B5EF4-FFF2-40B4-BE49-F238E27FC236}">
                <a16:creationId xmlns:a16="http://schemas.microsoft.com/office/drawing/2014/main" id="{18DDCA24-01D9-4719-A8D7-D485C2A83DA8}"/>
              </a:ext>
            </a:extLst>
          </p:cNvPr>
          <p:cNvGrpSpPr/>
          <p:nvPr/>
        </p:nvGrpSpPr>
        <p:grpSpPr>
          <a:xfrm>
            <a:off x="12268025" y="1747885"/>
            <a:ext cx="4445758" cy="734077"/>
            <a:chOff x="3338286" y="1747885"/>
            <a:chExt cx="4445758" cy="734077"/>
          </a:xfrm>
        </p:grpSpPr>
        <p:sp>
          <p:nvSpPr>
            <p:cNvPr id="25" name="Forme libre : forme 24">
              <a:extLst>
                <a:ext uri="{FF2B5EF4-FFF2-40B4-BE49-F238E27FC236}">
                  <a16:creationId xmlns:a16="http://schemas.microsoft.com/office/drawing/2014/main" id="{451C199C-A565-4C4A-999F-B7DBA360AFE5}"/>
                </a:ext>
              </a:extLst>
            </p:cNvPr>
            <p:cNvSpPr/>
            <p:nvPr/>
          </p:nvSpPr>
          <p:spPr>
            <a:xfrm>
              <a:off x="3338286" y="2154787"/>
              <a:ext cx="1198793" cy="327175"/>
            </a:xfrm>
            <a:custGeom>
              <a:avLst/>
              <a:gdLst>
                <a:gd name="connsiteX0" fmla="*/ 383574 w 1198793"/>
                <a:gd name="connsiteY0" fmla="*/ 0 h 327175"/>
                <a:gd name="connsiteX1" fmla="*/ 1136017 w 1198793"/>
                <a:gd name="connsiteY1" fmla="*/ 270120 h 327175"/>
                <a:gd name="connsiteX2" fmla="*/ 1198793 w 1198793"/>
                <a:gd name="connsiteY2" fmla="*/ 327175 h 327175"/>
                <a:gd name="connsiteX3" fmla="*/ 122348 w 1198793"/>
                <a:gd name="connsiteY3" fmla="*/ 327175 h 327175"/>
                <a:gd name="connsiteX4" fmla="*/ 0 w 1198793"/>
                <a:gd name="connsiteY4" fmla="*/ 204827 h 327175"/>
                <a:gd name="connsiteX5" fmla="*/ 0 w 1198793"/>
                <a:gd name="connsiteY5" fmla="*/ 64825 h 327175"/>
                <a:gd name="connsiteX6" fmla="*/ 31812 w 1198793"/>
                <a:gd name="connsiteY6" fmla="*/ 53182 h 327175"/>
                <a:gd name="connsiteX7" fmla="*/ 383574 w 1198793"/>
                <a:gd name="connsiteY7" fmla="*/ 0 h 32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98793" h="327175">
                  <a:moveTo>
                    <a:pt x="383574" y="0"/>
                  </a:moveTo>
                  <a:cubicBezTo>
                    <a:pt x="669395" y="0"/>
                    <a:pt x="931540" y="101370"/>
                    <a:pt x="1136017" y="270120"/>
                  </a:cubicBezTo>
                  <a:lnTo>
                    <a:pt x="1198793" y="327175"/>
                  </a:lnTo>
                  <a:lnTo>
                    <a:pt x="122348" y="327175"/>
                  </a:lnTo>
                  <a:cubicBezTo>
                    <a:pt x="54777" y="327175"/>
                    <a:pt x="0" y="272398"/>
                    <a:pt x="0" y="204827"/>
                  </a:cubicBezTo>
                  <a:lnTo>
                    <a:pt x="0" y="64825"/>
                  </a:lnTo>
                  <a:lnTo>
                    <a:pt x="31812" y="53182"/>
                  </a:lnTo>
                  <a:cubicBezTo>
                    <a:pt x="142933" y="18619"/>
                    <a:pt x="261079" y="0"/>
                    <a:pt x="383574" y="0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A1394CD0-0319-4B4F-9692-626D2CD45132}"/>
                </a:ext>
              </a:extLst>
            </p:cNvPr>
            <p:cNvSpPr/>
            <p:nvPr/>
          </p:nvSpPr>
          <p:spPr>
            <a:xfrm>
              <a:off x="3338286" y="1747885"/>
              <a:ext cx="4303485" cy="734076"/>
            </a:xfrm>
            <a:custGeom>
              <a:avLst/>
              <a:gdLst>
                <a:gd name="connsiteX0" fmla="*/ 122348 w 4303485"/>
                <a:gd name="connsiteY0" fmla="*/ 0 h 734076"/>
                <a:gd name="connsiteX1" fmla="*/ 4181137 w 4303485"/>
                <a:gd name="connsiteY1" fmla="*/ 0 h 734076"/>
                <a:gd name="connsiteX2" fmla="*/ 4303485 w 4303485"/>
                <a:gd name="connsiteY2" fmla="*/ 122348 h 734076"/>
                <a:gd name="connsiteX3" fmla="*/ 4303485 w 4303485"/>
                <a:gd name="connsiteY3" fmla="*/ 611728 h 734076"/>
                <a:gd name="connsiteX4" fmla="*/ 4181137 w 4303485"/>
                <a:gd name="connsiteY4" fmla="*/ 734076 h 734076"/>
                <a:gd name="connsiteX5" fmla="*/ 1198793 w 4303485"/>
                <a:gd name="connsiteY5" fmla="*/ 734076 h 734076"/>
                <a:gd name="connsiteX6" fmla="*/ 1136017 w 4303485"/>
                <a:gd name="connsiteY6" fmla="*/ 677021 h 734076"/>
                <a:gd name="connsiteX7" fmla="*/ 383574 w 4303485"/>
                <a:gd name="connsiteY7" fmla="*/ 406901 h 734076"/>
                <a:gd name="connsiteX8" fmla="*/ 31812 w 4303485"/>
                <a:gd name="connsiteY8" fmla="*/ 460083 h 734076"/>
                <a:gd name="connsiteX9" fmla="*/ 0 w 4303485"/>
                <a:gd name="connsiteY9" fmla="*/ 471726 h 734076"/>
                <a:gd name="connsiteX10" fmla="*/ 0 w 4303485"/>
                <a:gd name="connsiteY10" fmla="*/ 122348 h 734076"/>
                <a:gd name="connsiteX11" fmla="*/ 122348 w 4303485"/>
                <a:gd name="connsiteY11" fmla="*/ 0 h 73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03485" h="734076">
                  <a:moveTo>
                    <a:pt x="122348" y="0"/>
                  </a:moveTo>
                  <a:lnTo>
                    <a:pt x="4181137" y="0"/>
                  </a:lnTo>
                  <a:cubicBezTo>
                    <a:pt x="4248708" y="0"/>
                    <a:pt x="4303485" y="54777"/>
                    <a:pt x="4303485" y="122348"/>
                  </a:cubicBezTo>
                  <a:lnTo>
                    <a:pt x="4303485" y="611728"/>
                  </a:lnTo>
                  <a:cubicBezTo>
                    <a:pt x="4303485" y="679299"/>
                    <a:pt x="4248708" y="734076"/>
                    <a:pt x="4181137" y="734076"/>
                  </a:cubicBezTo>
                  <a:lnTo>
                    <a:pt x="1198793" y="734076"/>
                  </a:lnTo>
                  <a:lnTo>
                    <a:pt x="1136017" y="677021"/>
                  </a:lnTo>
                  <a:cubicBezTo>
                    <a:pt x="931540" y="508271"/>
                    <a:pt x="669395" y="406901"/>
                    <a:pt x="383574" y="406901"/>
                  </a:cubicBezTo>
                  <a:cubicBezTo>
                    <a:pt x="261079" y="406901"/>
                    <a:pt x="142933" y="425520"/>
                    <a:pt x="31812" y="460083"/>
                  </a:cubicBezTo>
                  <a:lnTo>
                    <a:pt x="0" y="471726"/>
                  </a:lnTo>
                  <a:lnTo>
                    <a:pt x="0" y="122348"/>
                  </a:lnTo>
                  <a:cubicBezTo>
                    <a:pt x="0" y="54777"/>
                    <a:pt x="54777" y="0"/>
                    <a:pt x="122348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dir="5400000" algn="ctr" rotWithShape="0">
                <a:srgbClr val="000000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28" name="Étoile : 5 branches 27">
              <a:extLst>
                <a:ext uri="{FF2B5EF4-FFF2-40B4-BE49-F238E27FC236}">
                  <a16:creationId xmlns:a16="http://schemas.microsoft.com/office/drawing/2014/main" id="{255E0BEE-3B40-4437-9B36-2133E115DC31}"/>
                </a:ext>
              </a:extLst>
            </p:cNvPr>
            <p:cNvSpPr/>
            <p:nvPr/>
          </p:nvSpPr>
          <p:spPr>
            <a:xfrm>
              <a:off x="7175008" y="2018307"/>
              <a:ext cx="442686" cy="442686"/>
            </a:xfrm>
            <a:prstGeom prst="star5">
              <a:avLst/>
            </a:prstGeom>
            <a:solidFill>
              <a:srgbClr val="EA58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927412C6-752A-4AB4-9A64-AF0D27E47F1D}"/>
                </a:ext>
              </a:extLst>
            </p:cNvPr>
            <p:cNvSpPr txBox="1"/>
            <p:nvPr/>
          </p:nvSpPr>
          <p:spPr>
            <a:xfrm>
              <a:off x="3350688" y="1785454"/>
              <a:ext cx="44333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L’ETUDE  D’OPPORUTINITE</a:t>
              </a:r>
            </a:p>
          </p:txBody>
        </p:sp>
      </p:grp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C0276527-ACB1-4D32-99E7-F7E75BF2AF95}"/>
              </a:ext>
            </a:extLst>
          </p:cNvPr>
          <p:cNvGrpSpPr/>
          <p:nvPr/>
        </p:nvGrpSpPr>
        <p:grpSpPr>
          <a:xfrm>
            <a:off x="12303474" y="2566981"/>
            <a:ext cx="5218093" cy="734076"/>
            <a:chOff x="3944257" y="2566981"/>
            <a:chExt cx="5218093" cy="734076"/>
          </a:xfrm>
        </p:grpSpPr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589BF3BE-FBEB-44E1-96F3-FF74B8695DE5}"/>
                </a:ext>
              </a:extLst>
            </p:cNvPr>
            <p:cNvGrpSpPr/>
            <p:nvPr/>
          </p:nvGrpSpPr>
          <p:grpSpPr>
            <a:xfrm>
              <a:off x="3944257" y="2566981"/>
              <a:ext cx="4303485" cy="734076"/>
              <a:chOff x="3944257" y="2566981"/>
              <a:chExt cx="4303485" cy="734076"/>
            </a:xfrm>
          </p:grpSpPr>
          <p:sp>
            <p:nvSpPr>
              <p:cNvPr id="24" name="Forme libre : forme 23">
                <a:extLst>
                  <a:ext uri="{FF2B5EF4-FFF2-40B4-BE49-F238E27FC236}">
                    <a16:creationId xmlns:a16="http://schemas.microsoft.com/office/drawing/2014/main" id="{4AAF96B6-645A-4077-AC37-1E2AF0909587}"/>
                  </a:ext>
                </a:extLst>
              </p:cNvPr>
              <p:cNvSpPr/>
              <p:nvPr/>
            </p:nvSpPr>
            <p:spPr>
              <a:xfrm>
                <a:off x="3944257" y="2566981"/>
                <a:ext cx="958667" cy="734076"/>
              </a:xfrm>
              <a:custGeom>
                <a:avLst/>
                <a:gdLst>
                  <a:gd name="connsiteX0" fmla="*/ 122348 w 958667"/>
                  <a:gd name="connsiteY0" fmla="*/ 0 h 734076"/>
                  <a:gd name="connsiteX1" fmla="*/ 673787 w 958667"/>
                  <a:gd name="connsiteY1" fmla="*/ 0 h 734076"/>
                  <a:gd name="connsiteX2" fmla="*/ 690397 w 958667"/>
                  <a:gd name="connsiteY2" fmla="*/ 18276 h 734076"/>
                  <a:gd name="connsiteX3" fmla="*/ 954410 w 958667"/>
                  <a:gd name="connsiteY3" fmla="*/ 649773 h 734076"/>
                  <a:gd name="connsiteX4" fmla="*/ 958667 w 958667"/>
                  <a:gd name="connsiteY4" fmla="*/ 734076 h 734076"/>
                  <a:gd name="connsiteX5" fmla="*/ 122348 w 958667"/>
                  <a:gd name="connsiteY5" fmla="*/ 734076 h 734076"/>
                  <a:gd name="connsiteX6" fmla="*/ 0 w 958667"/>
                  <a:gd name="connsiteY6" fmla="*/ 611728 h 734076"/>
                  <a:gd name="connsiteX7" fmla="*/ 0 w 958667"/>
                  <a:gd name="connsiteY7" fmla="*/ 122348 h 734076"/>
                  <a:gd name="connsiteX8" fmla="*/ 122348 w 958667"/>
                  <a:gd name="connsiteY8" fmla="*/ 0 h 73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58667" h="734076">
                    <a:moveTo>
                      <a:pt x="122348" y="0"/>
                    </a:moveTo>
                    <a:lnTo>
                      <a:pt x="673787" y="0"/>
                    </a:lnTo>
                    <a:lnTo>
                      <a:pt x="690397" y="18276"/>
                    </a:lnTo>
                    <a:cubicBezTo>
                      <a:pt x="835040" y="193542"/>
                      <a:pt x="930179" y="411176"/>
                      <a:pt x="954410" y="649773"/>
                    </a:cubicBezTo>
                    <a:lnTo>
                      <a:pt x="958667" y="734076"/>
                    </a:lnTo>
                    <a:lnTo>
                      <a:pt x="122348" y="734076"/>
                    </a:lnTo>
                    <a:cubicBezTo>
                      <a:pt x="54777" y="734076"/>
                      <a:pt x="0" y="679299"/>
                      <a:pt x="0" y="611728"/>
                    </a:cubicBezTo>
                    <a:lnTo>
                      <a:pt x="0" y="122348"/>
                    </a:lnTo>
                    <a:cubicBezTo>
                      <a:pt x="0" y="54777"/>
                      <a:pt x="54777" y="0"/>
                      <a:pt x="122348" y="0"/>
                    </a:cubicBezTo>
                    <a:close/>
                  </a:path>
                </a:pathLst>
              </a:cu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19" name="Forme libre : forme 18">
                <a:extLst>
                  <a:ext uri="{FF2B5EF4-FFF2-40B4-BE49-F238E27FC236}">
                    <a16:creationId xmlns:a16="http://schemas.microsoft.com/office/drawing/2014/main" id="{AEDFA2F8-E407-44DC-908F-A770E4319192}"/>
                  </a:ext>
                </a:extLst>
              </p:cNvPr>
              <p:cNvSpPr/>
              <p:nvPr/>
            </p:nvSpPr>
            <p:spPr>
              <a:xfrm>
                <a:off x="4618044" y="2566981"/>
                <a:ext cx="3629698" cy="734076"/>
              </a:xfrm>
              <a:custGeom>
                <a:avLst/>
                <a:gdLst>
                  <a:gd name="connsiteX0" fmla="*/ 0 w 3629698"/>
                  <a:gd name="connsiteY0" fmla="*/ 0 h 734076"/>
                  <a:gd name="connsiteX1" fmla="*/ 3507350 w 3629698"/>
                  <a:gd name="connsiteY1" fmla="*/ 0 h 734076"/>
                  <a:gd name="connsiteX2" fmla="*/ 3629698 w 3629698"/>
                  <a:gd name="connsiteY2" fmla="*/ 122348 h 734076"/>
                  <a:gd name="connsiteX3" fmla="*/ 3629698 w 3629698"/>
                  <a:gd name="connsiteY3" fmla="*/ 611728 h 734076"/>
                  <a:gd name="connsiteX4" fmla="*/ 3507350 w 3629698"/>
                  <a:gd name="connsiteY4" fmla="*/ 734076 h 734076"/>
                  <a:gd name="connsiteX5" fmla="*/ 284880 w 3629698"/>
                  <a:gd name="connsiteY5" fmla="*/ 734076 h 734076"/>
                  <a:gd name="connsiteX6" fmla="*/ 280623 w 3629698"/>
                  <a:gd name="connsiteY6" fmla="*/ 649773 h 734076"/>
                  <a:gd name="connsiteX7" fmla="*/ 16610 w 3629698"/>
                  <a:gd name="connsiteY7" fmla="*/ 18276 h 734076"/>
                  <a:gd name="connsiteX8" fmla="*/ 0 w 3629698"/>
                  <a:gd name="connsiteY8" fmla="*/ 0 h 73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629698" h="734076">
                    <a:moveTo>
                      <a:pt x="0" y="0"/>
                    </a:moveTo>
                    <a:lnTo>
                      <a:pt x="3507350" y="0"/>
                    </a:lnTo>
                    <a:cubicBezTo>
                      <a:pt x="3574921" y="0"/>
                      <a:pt x="3629698" y="54777"/>
                      <a:pt x="3629698" y="122348"/>
                    </a:cubicBezTo>
                    <a:lnTo>
                      <a:pt x="3629698" y="611728"/>
                    </a:lnTo>
                    <a:cubicBezTo>
                      <a:pt x="3629698" y="679299"/>
                      <a:pt x="3574921" y="734076"/>
                      <a:pt x="3507350" y="734076"/>
                    </a:cubicBezTo>
                    <a:lnTo>
                      <a:pt x="284880" y="734076"/>
                    </a:lnTo>
                    <a:lnTo>
                      <a:pt x="280623" y="649773"/>
                    </a:lnTo>
                    <a:cubicBezTo>
                      <a:pt x="256392" y="411176"/>
                      <a:pt x="161253" y="193542"/>
                      <a:pt x="16610" y="18276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317500" dir="5400000" algn="ctr" rotWithShape="0">
                  <a:srgbClr val="000000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27" name="Étoile : 5 branches 26">
                <a:extLst>
                  <a:ext uri="{FF2B5EF4-FFF2-40B4-BE49-F238E27FC236}">
                    <a16:creationId xmlns:a16="http://schemas.microsoft.com/office/drawing/2014/main" id="{E4FB407F-6D58-483D-A44B-35E03974BC02}"/>
                  </a:ext>
                </a:extLst>
              </p:cNvPr>
              <p:cNvSpPr/>
              <p:nvPr/>
            </p:nvSpPr>
            <p:spPr>
              <a:xfrm>
                <a:off x="7784044" y="2788306"/>
                <a:ext cx="442686" cy="442686"/>
              </a:xfrm>
              <a:prstGeom prst="star5">
                <a:avLst/>
              </a:prstGeom>
              <a:solidFill>
                <a:srgbClr val="EA580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29" name="ZoneTexte 28">
              <a:extLst>
                <a:ext uri="{FF2B5EF4-FFF2-40B4-BE49-F238E27FC236}">
                  <a16:creationId xmlns:a16="http://schemas.microsoft.com/office/drawing/2014/main" id="{662B0344-95EA-41B6-9C5F-2374078D8F67}"/>
                </a:ext>
              </a:extLst>
            </p:cNvPr>
            <p:cNvSpPr txBox="1"/>
            <p:nvPr/>
          </p:nvSpPr>
          <p:spPr>
            <a:xfrm>
              <a:off x="4728994" y="2572662"/>
              <a:ext cx="44333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CAHIER DE CHARGES</a:t>
              </a:r>
            </a:p>
          </p:txBody>
        </p:sp>
      </p:grp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3E027F80-2290-4E2D-9267-73FAE1A08572}"/>
              </a:ext>
            </a:extLst>
          </p:cNvPr>
          <p:cNvGrpSpPr/>
          <p:nvPr/>
        </p:nvGrpSpPr>
        <p:grpSpPr>
          <a:xfrm>
            <a:off x="12324103" y="3380705"/>
            <a:ext cx="4936014" cy="744345"/>
            <a:chOff x="4342499" y="3380705"/>
            <a:chExt cx="4936014" cy="744345"/>
          </a:xfrm>
        </p:grpSpPr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079C5553-325D-46C7-85FD-DF91ACD4751D}"/>
                </a:ext>
              </a:extLst>
            </p:cNvPr>
            <p:cNvGrpSpPr/>
            <p:nvPr/>
          </p:nvGrpSpPr>
          <p:grpSpPr>
            <a:xfrm>
              <a:off x="4342499" y="3390974"/>
              <a:ext cx="4303485" cy="734076"/>
              <a:chOff x="4342499" y="3390974"/>
              <a:chExt cx="4303485" cy="734076"/>
            </a:xfrm>
          </p:grpSpPr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7DF253A3-4E24-4B91-8821-BD3E8F5845D7}"/>
                  </a:ext>
                </a:extLst>
              </p:cNvPr>
              <p:cNvSpPr/>
              <p:nvPr/>
            </p:nvSpPr>
            <p:spPr>
              <a:xfrm>
                <a:off x="4342499" y="3390974"/>
                <a:ext cx="559585" cy="734076"/>
              </a:xfrm>
              <a:custGeom>
                <a:avLst/>
                <a:gdLst>
                  <a:gd name="connsiteX0" fmla="*/ 122348 w 559585"/>
                  <a:gd name="connsiteY0" fmla="*/ 0 h 734076"/>
                  <a:gd name="connsiteX1" fmla="*/ 559585 w 559585"/>
                  <a:gd name="connsiteY1" fmla="*/ 0 h 734076"/>
                  <a:gd name="connsiteX2" fmla="*/ 556168 w 559585"/>
                  <a:gd name="connsiteY2" fmla="*/ 67672 h 734076"/>
                  <a:gd name="connsiteX3" fmla="*/ 292155 w 559585"/>
                  <a:gd name="connsiteY3" fmla="*/ 699169 h 734076"/>
                  <a:gd name="connsiteX4" fmla="*/ 260429 w 559585"/>
                  <a:gd name="connsiteY4" fmla="*/ 734076 h 734076"/>
                  <a:gd name="connsiteX5" fmla="*/ 122348 w 559585"/>
                  <a:gd name="connsiteY5" fmla="*/ 734076 h 734076"/>
                  <a:gd name="connsiteX6" fmla="*/ 0 w 559585"/>
                  <a:gd name="connsiteY6" fmla="*/ 611728 h 734076"/>
                  <a:gd name="connsiteX7" fmla="*/ 0 w 559585"/>
                  <a:gd name="connsiteY7" fmla="*/ 122348 h 734076"/>
                  <a:gd name="connsiteX8" fmla="*/ 122348 w 559585"/>
                  <a:gd name="connsiteY8" fmla="*/ 0 h 73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59585" h="734076">
                    <a:moveTo>
                      <a:pt x="122348" y="0"/>
                    </a:moveTo>
                    <a:lnTo>
                      <a:pt x="559585" y="0"/>
                    </a:lnTo>
                    <a:lnTo>
                      <a:pt x="556168" y="67672"/>
                    </a:lnTo>
                    <a:cubicBezTo>
                      <a:pt x="531937" y="306268"/>
                      <a:pt x="436798" y="523903"/>
                      <a:pt x="292155" y="699169"/>
                    </a:cubicBezTo>
                    <a:lnTo>
                      <a:pt x="260429" y="734076"/>
                    </a:lnTo>
                    <a:lnTo>
                      <a:pt x="122348" y="734076"/>
                    </a:lnTo>
                    <a:cubicBezTo>
                      <a:pt x="54777" y="734076"/>
                      <a:pt x="0" y="679299"/>
                      <a:pt x="0" y="611728"/>
                    </a:cubicBezTo>
                    <a:lnTo>
                      <a:pt x="0" y="122348"/>
                    </a:lnTo>
                    <a:cubicBezTo>
                      <a:pt x="0" y="54777"/>
                      <a:pt x="54777" y="0"/>
                      <a:pt x="122348" y="0"/>
                    </a:cubicBezTo>
                    <a:close/>
                  </a:path>
                </a:pathLst>
              </a:cu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18" name="Forme libre : forme 17">
                <a:extLst>
                  <a:ext uri="{FF2B5EF4-FFF2-40B4-BE49-F238E27FC236}">
                    <a16:creationId xmlns:a16="http://schemas.microsoft.com/office/drawing/2014/main" id="{A747FEE6-C7B7-4CFC-A1AD-4DC86647714A}"/>
                  </a:ext>
                </a:extLst>
              </p:cNvPr>
              <p:cNvSpPr/>
              <p:nvPr/>
            </p:nvSpPr>
            <p:spPr>
              <a:xfrm>
                <a:off x="4602928" y="3390974"/>
                <a:ext cx="4043056" cy="734076"/>
              </a:xfrm>
              <a:custGeom>
                <a:avLst/>
                <a:gdLst>
                  <a:gd name="connsiteX0" fmla="*/ 299156 w 4043056"/>
                  <a:gd name="connsiteY0" fmla="*/ 0 h 734076"/>
                  <a:gd name="connsiteX1" fmla="*/ 3920708 w 4043056"/>
                  <a:gd name="connsiteY1" fmla="*/ 0 h 734076"/>
                  <a:gd name="connsiteX2" fmla="*/ 4043056 w 4043056"/>
                  <a:gd name="connsiteY2" fmla="*/ 122348 h 734076"/>
                  <a:gd name="connsiteX3" fmla="*/ 4043056 w 4043056"/>
                  <a:gd name="connsiteY3" fmla="*/ 611728 h 734076"/>
                  <a:gd name="connsiteX4" fmla="*/ 3920708 w 4043056"/>
                  <a:gd name="connsiteY4" fmla="*/ 734076 h 734076"/>
                  <a:gd name="connsiteX5" fmla="*/ 0 w 4043056"/>
                  <a:gd name="connsiteY5" fmla="*/ 734076 h 734076"/>
                  <a:gd name="connsiteX6" fmla="*/ 31726 w 4043056"/>
                  <a:gd name="connsiteY6" fmla="*/ 699169 h 734076"/>
                  <a:gd name="connsiteX7" fmla="*/ 295739 w 4043056"/>
                  <a:gd name="connsiteY7" fmla="*/ 67672 h 734076"/>
                  <a:gd name="connsiteX8" fmla="*/ 299156 w 4043056"/>
                  <a:gd name="connsiteY8" fmla="*/ 0 h 73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43056" h="734076">
                    <a:moveTo>
                      <a:pt x="299156" y="0"/>
                    </a:moveTo>
                    <a:lnTo>
                      <a:pt x="3920708" y="0"/>
                    </a:lnTo>
                    <a:cubicBezTo>
                      <a:pt x="3988279" y="0"/>
                      <a:pt x="4043056" y="54777"/>
                      <a:pt x="4043056" y="122348"/>
                    </a:cubicBezTo>
                    <a:lnTo>
                      <a:pt x="4043056" y="611728"/>
                    </a:lnTo>
                    <a:cubicBezTo>
                      <a:pt x="4043056" y="679299"/>
                      <a:pt x="3988279" y="734076"/>
                      <a:pt x="3920708" y="734076"/>
                    </a:cubicBezTo>
                    <a:lnTo>
                      <a:pt x="0" y="734076"/>
                    </a:lnTo>
                    <a:lnTo>
                      <a:pt x="31726" y="699169"/>
                    </a:lnTo>
                    <a:cubicBezTo>
                      <a:pt x="176369" y="523903"/>
                      <a:pt x="271508" y="306268"/>
                      <a:pt x="295739" y="67672"/>
                    </a:cubicBezTo>
                    <a:lnTo>
                      <a:pt x="299156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317500" dir="5400000" algn="ctr" rotWithShape="0">
                  <a:srgbClr val="000000">
                    <a:alpha val="5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FR"/>
              </a:p>
            </p:txBody>
          </p:sp>
          <p:sp>
            <p:nvSpPr>
              <p:cNvPr id="26" name="Étoile : 5 branches 25">
                <a:extLst>
                  <a:ext uri="{FF2B5EF4-FFF2-40B4-BE49-F238E27FC236}">
                    <a16:creationId xmlns:a16="http://schemas.microsoft.com/office/drawing/2014/main" id="{0A338B87-3D21-41AF-B9C1-ADA1AE06AC26}"/>
                  </a:ext>
                </a:extLst>
              </p:cNvPr>
              <p:cNvSpPr/>
              <p:nvPr/>
            </p:nvSpPr>
            <p:spPr>
              <a:xfrm>
                <a:off x="8187889" y="3627326"/>
                <a:ext cx="442686" cy="442686"/>
              </a:xfrm>
              <a:prstGeom prst="star5">
                <a:avLst/>
              </a:prstGeom>
              <a:solidFill>
                <a:srgbClr val="EA580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FD9866E4-37B9-43F4-821C-9424AADC391C}"/>
                </a:ext>
              </a:extLst>
            </p:cNvPr>
            <p:cNvSpPr txBox="1"/>
            <p:nvPr/>
          </p:nvSpPr>
          <p:spPr>
            <a:xfrm>
              <a:off x="4845157" y="3380705"/>
              <a:ext cx="44333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CRITIQUE DE L’EXISTANT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3F2BC7A6-82C6-431A-8E9C-B49E415330E1}"/>
              </a:ext>
            </a:extLst>
          </p:cNvPr>
          <p:cNvGrpSpPr/>
          <p:nvPr/>
        </p:nvGrpSpPr>
        <p:grpSpPr>
          <a:xfrm>
            <a:off x="12324103" y="4193439"/>
            <a:ext cx="5475899" cy="734076"/>
            <a:chOff x="3626834" y="4193439"/>
            <a:chExt cx="5475899" cy="734076"/>
          </a:xfrm>
        </p:grpSpPr>
        <p:sp>
          <p:nvSpPr>
            <p:cNvPr id="22" name="Forme libre : forme 21">
              <a:extLst>
                <a:ext uri="{FF2B5EF4-FFF2-40B4-BE49-F238E27FC236}">
                  <a16:creationId xmlns:a16="http://schemas.microsoft.com/office/drawing/2014/main" id="{CCD77F33-6269-4E45-89D7-685E5CD12984}"/>
                </a:ext>
              </a:extLst>
            </p:cNvPr>
            <p:cNvSpPr/>
            <p:nvPr/>
          </p:nvSpPr>
          <p:spPr>
            <a:xfrm>
              <a:off x="3626834" y="4193440"/>
              <a:ext cx="910245" cy="327175"/>
            </a:xfrm>
            <a:custGeom>
              <a:avLst/>
              <a:gdLst>
                <a:gd name="connsiteX0" fmla="*/ 122348 w 910245"/>
                <a:gd name="connsiteY0" fmla="*/ 0 h 327175"/>
                <a:gd name="connsiteX1" fmla="*/ 910245 w 910245"/>
                <a:gd name="connsiteY1" fmla="*/ 0 h 327175"/>
                <a:gd name="connsiteX2" fmla="*/ 847469 w 910245"/>
                <a:gd name="connsiteY2" fmla="*/ 57055 h 327175"/>
                <a:gd name="connsiteX3" fmla="*/ 95026 w 910245"/>
                <a:gd name="connsiteY3" fmla="*/ 327175 h 327175"/>
                <a:gd name="connsiteX4" fmla="*/ 0 w 910245"/>
                <a:gd name="connsiteY4" fmla="*/ 322377 h 327175"/>
                <a:gd name="connsiteX5" fmla="*/ 0 w 910245"/>
                <a:gd name="connsiteY5" fmla="*/ 122348 h 327175"/>
                <a:gd name="connsiteX6" fmla="*/ 122348 w 910245"/>
                <a:gd name="connsiteY6" fmla="*/ 0 h 327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0245" h="327175">
                  <a:moveTo>
                    <a:pt x="122348" y="0"/>
                  </a:moveTo>
                  <a:lnTo>
                    <a:pt x="910245" y="0"/>
                  </a:lnTo>
                  <a:lnTo>
                    <a:pt x="847469" y="57055"/>
                  </a:lnTo>
                  <a:cubicBezTo>
                    <a:pt x="642992" y="225805"/>
                    <a:pt x="380847" y="327175"/>
                    <a:pt x="95026" y="327175"/>
                  </a:cubicBezTo>
                  <a:lnTo>
                    <a:pt x="0" y="322377"/>
                  </a:lnTo>
                  <a:lnTo>
                    <a:pt x="0" y="122348"/>
                  </a:lnTo>
                  <a:cubicBezTo>
                    <a:pt x="0" y="54777"/>
                    <a:pt x="54777" y="0"/>
                    <a:pt x="122348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17" name="Forme libre : forme 16">
              <a:extLst>
                <a:ext uri="{FF2B5EF4-FFF2-40B4-BE49-F238E27FC236}">
                  <a16:creationId xmlns:a16="http://schemas.microsoft.com/office/drawing/2014/main" id="{4B77740D-BFDC-49B9-AA4C-7500FCBC50AC}"/>
                </a:ext>
              </a:extLst>
            </p:cNvPr>
            <p:cNvSpPr/>
            <p:nvPr/>
          </p:nvSpPr>
          <p:spPr>
            <a:xfrm>
              <a:off x="3626834" y="4193439"/>
              <a:ext cx="5475899" cy="734076"/>
            </a:xfrm>
            <a:custGeom>
              <a:avLst/>
              <a:gdLst>
                <a:gd name="connsiteX0" fmla="*/ 910245 w 5475899"/>
                <a:gd name="connsiteY0" fmla="*/ 0 h 734076"/>
                <a:gd name="connsiteX1" fmla="*/ 5353551 w 5475899"/>
                <a:gd name="connsiteY1" fmla="*/ 0 h 734076"/>
                <a:gd name="connsiteX2" fmla="*/ 5475899 w 5475899"/>
                <a:gd name="connsiteY2" fmla="*/ 122348 h 734076"/>
                <a:gd name="connsiteX3" fmla="*/ 5475899 w 5475899"/>
                <a:gd name="connsiteY3" fmla="*/ 611728 h 734076"/>
                <a:gd name="connsiteX4" fmla="*/ 5353551 w 5475899"/>
                <a:gd name="connsiteY4" fmla="*/ 734076 h 734076"/>
                <a:gd name="connsiteX5" fmla="*/ 122348 w 5475899"/>
                <a:gd name="connsiteY5" fmla="*/ 734076 h 734076"/>
                <a:gd name="connsiteX6" fmla="*/ 0 w 5475899"/>
                <a:gd name="connsiteY6" fmla="*/ 611728 h 734076"/>
                <a:gd name="connsiteX7" fmla="*/ 0 w 5475899"/>
                <a:gd name="connsiteY7" fmla="*/ 322377 h 734076"/>
                <a:gd name="connsiteX8" fmla="*/ 95026 w 5475899"/>
                <a:gd name="connsiteY8" fmla="*/ 327175 h 734076"/>
                <a:gd name="connsiteX9" fmla="*/ 847469 w 5475899"/>
                <a:gd name="connsiteY9" fmla="*/ 57055 h 734076"/>
                <a:gd name="connsiteX10" fmla="*/ 910245 w 5475899"/>
                <a:gd name="connsiteY10" fmla="*/ 0 h 73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475899" h="734076">
                  <a:moveTo>
                    <a:pt x="910245" y="0"/>
                  </a:moveTo>
                  <a:lnTo>
                    <a:pt x="5353551" y="0"/>
                  </a:lnTo>
                  <a:cubicBezTo>
                    <a:pt x="5421122" y="0"/>
                    <a:pt x="5475899" y="54777"/>
                    <a:pt x="5475899" y="122348"/>
                  </a:cubicBezTo>
                  <a:lnTo>
                    <a:pt x="5475899" y="611728"/>
                  </a:lnTo>
                  <a:cubicBezTo>
                    <a:pt x="5475899" y="679299"/>
                    <a:pt x="5421122" y="734076"/>
                    <a:pt x="5353551" y="734076"/>
                  </a:cubicBezTo>
                  <a:lnTo>
                    <a:pt x="122348" y="734076"/>
                  </a:lnTo>
                  <a:cubicBezTo>
                    <a:pt x="54777" y="734076"/>
                    <a:pt x="0" y="679299"/>
                    <a:pt x="0" y="611728"/>
                  </a:cubicBezTo>
                  <a:lnTo>
                    <a:pt x="0" y="322377"/>
                  </a:lnTo>
                  <a:lnTo>
                    <a:pt x="95026" y="327175"/>
                  </a:lnTo>
                  <a:cubicBezTo>
                    <a:pt x="380847" y="327175"/>
                    <a:pt x="642992" y="225805"/>
                    <a:pt x="847469" y="57055"/>
                  </a:cubicBezTo>
                  <a:lnTo>
                    <a:pt x="910245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dir="5400000" algn="ctr" rotWithShape="0">
                <a:srgbClr val="000000">
                  <a:alpha val="5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fr-FR"/>
            </a:p>
          </p:txBody>
        </p:sp>
        <p:sp>
          <p:nvSpPr>
            <p:cNvPr id="6" name="Étoile : 5 branches 5">
              <a:extLst>
                <a:ext uri="{FF2B5EF4-FFF2-40B4-BE49-F238E27FC236}">
                  <a16:creationId xmlns:a16="http://schemas.microsoft.com/office/drawing/2014/main" id="{2F5BEEEB-A19B-4FF2-A885-B9692F090505}"/>
                </a:ext>
              </a:extLst>
            </p:cNvPr>
            <p:cNvSpPr/>
            <p:nvPr/>
          </p:nvSpPr>
          <p:spPr>
            <a:xfrm>
              <a:off x="8660047" y="4389271"/>
              <a:ext cx="442686" cy="442686"/>
            </a:xfrm>
            <a:prstGeom prst="star5">
              <a:avLst/>
            </a:prstGeom>
            <a:solidFill>
              <a:srgbClr val="EA580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63DC5188-1D08-4E03-B06D-D63B1D7339CD}"/>
                </a:ext>
              </a:extLst>
            </p:cNvPr>
            <p:cNvSpPr txBox="1"/>
            <p:nvPr/>
          </p:nvSpPr>
          <p:spPr>
            <a:xfrm>
              <a:off x="4306065" y="4240252"/>
              <a:ext cx="44333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PROJET D’AUTOMATISATION</a:t>
              </a:r>
            </a:p>
          </p:txBody>
        </p:sp>
      </p:grpSp>
      <p:grpSp>
        <p:nvGrpSpPr>
          <p:cNvPr id="37" name="Groupe 36">
            <a:extLst>
              <a:ext uri="{FF2B5EF4-FFF2-40B4-BE49-F238E27FC236}">
                <a16:creationId xmlns:a16="http://schemas.microsoft.com/office/drawing/2014/main" id="{DBBDEACD-40FB-498B-A9E6-EC09082D62C1}"/>
              </a:ext>
            </a:extLst>
          </p:cNvPr>
          <p:cNvGrpSpPr/>
          <p:nvPr/>
        </p:nvGrpSpPr>
        <p:grpSpPr>
          <a:xfrm>
            <a:off x="2056338" y="460771"/>
            <a:ext cx="5511719" cy="812753"/>
            <a:chOff x="652748" y="887073"/>
            <a:chExt cx="5511719" cy="812753"/>
          </a:xfrm>
          <a:solidFill>
            <a:srgbClr val="FFFF00"/>
          </a:solidFill>
        </p:grpSpPr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id="{EBF17086-5803-470C-9FD5-CBB2012404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603" y="1116767"/>
              <a:ext cx="389980" cy="538681"/>
            </a:xfrm>
            <a:prstGeom prst="line">
              <a:avLst/>
            </a:prstGeom>
            <a:grp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CC81FBAE-0F8D-408B-8FD6-2C5C38EA5D4E}"/>
                </a:ext>
              </a:extLst>
            </p:cNvPr>
            <p:cNvSpPr/>
            <p:nvPr/>
          </p:nvSpPr>
          <p:spPr>
            <a:xfrm>
              <a:off x="652748" y="1474973"/>
              <a:ext cx="179882" cy="22485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6D070992-C3EC-4E2F-B08B-70820D07547B}"/>
                </a:ext>
              </a:extLst>
            </p:cNvPr>
            <p:cNvCxnSpPr>
              <a:cxnSpLocks/>
              <a:endCxn id="42" idx="2"/>
            </p:cNvCxnSpPr>
            <p:nvPr/>
          </p:nvCxnSpPr>
          <p:spPr>
            <a:xfrm>
              <a:off x="1060583" y="1116767"/>
              <a:ext cx="592538" cy="0"/>
            </a:xfrm>
            <a:prstGeom prst="line">
              <a:avLst/>
            </a:prstGeom>
            <a:grp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 : coins arrondis 40">
              <a:extLst>
                <a:ext uri="{FF2B5EF4-FFF2-40B4-BE49-F238E27FC236}">
                  <a16:creationId xmlns:a16="http://schemas.microsoft.com/office/drawing/2014/main" id="{173EFB09-B884-449C-8E66-6675170B9274}"/>
                </a:ext>
              </a:extLst>
            </p:cNvPr>
            <p:cNvSpPr/>
            <p:nvPr/>
          </p:nvSpPr>
          <p:spPr>
            <a:xfrm>
              <a:off x="1965847" y="887073"/>
              <a:ext cx="4198620" cy="587900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rgbClr val="FF0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6E45BA07-A312-4649-A483-347415DDDA41}"/>
                </a:ext>
              </a:extLst>
            </p:cNvPr>
            <p:cNvSpPr/>
            <p:nvPr/>
          </p:nvSpPr>
          <p:spPr>
            <a:xfrm>
              <a:off x="1653121" y="1004340"/>
              <a:ext cx="179882" cy="22485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4969CE21-5C50-4B6F-8C7D-714452D8373D}"/>
              </a:ext>
            </a:extLst>
          </p:cNvPr>
          <p:cNvGrpSpPr/>
          <p:nvPr/>
        </p:nvGrpSpPr>
        <p:grpSpPr>
          <a:xfrm>
            <a:off x="3679575" y="384463"/>
            <a:ext cx="4262331" cy="707886"/>
            <a:chOff x="140738" y="2880551"/>
            <a:chExt cx="4262331" cy="707886"/>
          </a:xfrm>
        </p:grpSpPr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821CE0D9-9A21-4F94-AC04-6642A3605B6D}"/>
                </a:ext>
              </a:extLst>
            </p:cNvPr>
            <p:cNvSpPr txBox="1"/>
            <p:nvPr/>
          </p:nvSpPr>
          <p:spPr>
            <a:xfrm>
              <a:off x="140738" y="2880551"/>
              <a:ext cx="8128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000" b="1" dirty="0"/>
                <a:t>03</a:t>
              </a:r>
              <a:endParaRPr lang="fr-FR" sz="3200" b="1" dirty="0"/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EB6412A8-B6EB-4386-86BA-4FBBD1CA50EB}"/>
                </a:ext>
              </a:extLst>
            </p:cNvPr>
            <p:cNvSpPr txBox="1"/>
            <p:nvPr/>
          </p:nvSpPr>
          <p:spPr>
            <a:xfrm>
              <a:off x="767475" y="3028234"/>
              <a:ext cx="3635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ETUDE PREALABLE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43856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7578 -3.33333E-6 L -0.72578 -3.33333E-6 " pathEditMode="relative" rAng="0" ptsTypes="AA">
                                      <p:cBhvr>
                                        <p:cTn id="1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2.22222E-6 L -0.68555 2.22222E-6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28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2.22222E-6 L -0.65469 -2.22222E-6 " pathEditMode="relative" rAng="0" ptsTypes="AA">
                                      <p:cBhvr>
                                        <p:cTn id="2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7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7037E-6 L -0.71237 3.7037E-6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6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Connecteur : en angle 74">
            <a:extLst>
              <a:ext uri="{FF2B5EF4-FFF2-40B4-BE49-F238E27FC236}">
                <a16:creationId xmlns:a16="http://schemas.microsoft.com/office/drawing/2014/main" id="{06217901-8544-4FFA-8B81-6600D57DC363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1487714" y="2458076"/>
            <a:ext cx="2368628" cy="453766"/>
          </a:xfrm>
          <a:prstGeom prst="bentConnector3">
            <a:avLst/>
          </a:prstGeom>
          <a:ln>
            <a:solidFill>
              <a:srgbClr val="FF5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 : en angle 77">
            <a:extLst>
              <a:ext uri="{FF2B5EF4-FFF2-40B4-BE49-F238E27FC236}">
                <a16:creationId xmlns:a16="http://schemas.microsoft.com/office/drawing/2014/main" id="{B79AFD79-8E76-4072-8BC5-AF3CC9097F73}"/>
              </a:ext>
            </a:extLst>
          </p:cNvPr>
          <p:cNvCxnSpPr>
            <a:cxnSpLocks/>
          </p:cNvCxnSpPr>
          <p:nvPr/>
        </p:nvCxnSpPr>
        <p:spPr>
          <a:xfrm>
            <a:off x="1487714" y="3915961"/>
            <a:ext cx="2368628" cy="453765"/>
          </a:xfrm>
          <a:prstGeom prst="bentConnector3">
            <a:avLst/>
          </a:prstGeom>
          <a:ln>
            <a:solidFill>
              <a:schemeClr val="accent6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54D2E888-18FF-4F95-B611-D472B02E2F1E}"/>
              </a:ext>
            </a:extLst>
          </p:cNvPr>
          <p:cNvCxnSpPr>
            <a:cxnSpLocks/>
            <a:endCxn id="55" idx="2"/>
          </p:cNvCxnSpPr>
          <p:nvPr/>
        </p:nvCxnSpPr>
        <p:spPr>
          <a:xfrm>
            <a:off x="1800709" y="3406981"/>
            <a:ext cx="2055633" cy="3560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7A2CAC58-A14F-400C-8B67-B3C18F72F406}"/>
              </a:ext>
            </a:extLst>
          </p:cNvPr>
          <p:cNvSpPr/>
          <p:nvPr/>
        </p:nvSpPr>
        <p:spPr>
          <a:xfrm>
            <a:off x="-22766" y="-26344"/>
            <a:ext cx="12214766" cy="44656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02D1A6-E937-4402-8E52-8BEB171EEBC4}"/>
              </a:ext>
            </a:extLst>
          </p:cNvPr>
          <p:cNvSpPr/>
          <p:nvPr/>
        </p:nvSpPr>
        <p:spPr>
          <a:xfrm rot="5400000">
            <a:off x="8506785" y="3124988"/>
            <a:ext cx="6864953" cy="525038"/>
          </a:xfrm>
          <a:prstGeom prst="rect">
            <a:avLst/>
          </a:prstGeom>
          <a:solidFill>
            <a:srgbClr val="FF9D00"/>
          </a:solidFill>
          <a:ln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6ECB6E-6D76-4228-98C9-5665B8A97F56}"/>
              </a:ext>
            </a:extLst>
          </p:cNvPr>
          <p:cNvSpPr/>
          <p:nvPr/>
        </p:nvSpPr>
        <p:spPr>
          <a:xfrm>
            <a:off x="0" y="6237090"/>
            <a:ext cx="12192000" cy="627863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Octogone 6">
            <a:extLst>
              <a:ext uri="{FF2B5EF4-FFF2-40B4-BE49-F238E27FC236}">
                <a16:creationId xmlns:a16="http://schemas.microsoft.com/office/drawing/2014/main" id="{C34C9817-F442-4DEE-973A-BFF212908E99}"/>
              </a:ext>
            </a:extLst>
          </p:cNvPr>
          <p:cNvSpPr/>
          <p:nvPr/>
        </p:nvSpPr>
        <p:spPr>
          <a:xfrm>
            <a:off x="14595" y="634154"/>
            <a:ext cx="1658107" cy="1362478"/>
          </a:xfrm>
          <a:prstGeom prst="octagon">
            <a:avLst/>
          </a:prstGeom>
          <a:solidFill>
            <a:srgbClr val="EA580C"/>
          </a:solidFill>
          <a:ln w="38100">
            <a:solidFill>
              <a:srgbClr val="EA58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48EF1889-4127-4FBE-9630-46372DB54957}"/>
              </a:ext>
            </a:extLst>
          </p:cNvPr>
          <p:cNvGrpSpPr/>
          <p:nvPr/>
        </p:nvGrpSpPr>
        <p:grpSpPr>
          <a:xfrm>
            <a:off x="1622053" y="487362"/>
            <a:ext cx="4981941" cy="654876"/>
            <a:chOff x="652748" y="887073"/>
            <a:chExt cx="5511719" cy="812753"/>
          </a:xfrm>
          <a:solidFill>
            <a:srgbClr val="FFFF00"/>
          </a:solidFill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B5C97006-3EF9-4399-8E73-14CBADFC25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603" y="1116767"/>
              <a:ext cx="389980" cy="538681"/>
            </a:xfrm>
            <a:prstGeom prst="line">
              <a:avLst/>
            </a:prstGeom>
            <a:grp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DDAC380C-345D-42AD-A9D8-C6F8679DA53A}"/>
                </a:ext>
              </a:extLst>
            </p:cNvPr>
            <p:cNvSpPr/>
            <p:nvPr/>
          </p:nvSpPr>
          <p:spPr>
            <a:xfrm>
              <a:off x="652748" y="1474973"/>
              <a:ext cx="179882" cy="2248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CFEAFD12-CF3F-4409-9204-605C7CF8A2E5}"/>
                </a:ext>
              </a:extLst>
            </p:cNvPr>
            <p:cNvCxnSpPr>
              <a:cxnSpLocks/>
              <a:endCxn id="13" idx="2"/>
            </p:cNvCxnSpPr>
            <p:nvPr/>
          </p:nvCxnSpPr>
          <p:spPr>
            <a:xfrm>
              <a:off x="1060583" y="1116767"/>
              <a:ext cx="592538" cy="0"/>
            </a:xfrm>
            <a:prstGeom prst="line">
              <a:avLst/>
            </a:prstGeom>
            <a:grp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BFC69561-B571-4161-9B26-DF8C66CF53D2}"/>
                </a:ext>
              </a:extLst>
            </p:cNvPr>
            <p:cNvSpPr/>
            <p:nvPr/>
          </p:nvSpPr>
          <p:spPr>
            <a:xfrm>
              <a:off x="1965847" y="887073"/>
              <a:ext cx="4198620" cy="587900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5E961BFF-8F6C-4FD9-99D6-26EE67770067}"/>
                </a:ext>
              </a:extLst>
            </p:cNvPr>
            <p:cNvSpPr/>
            <p:nvPr/>
          </p:nvSpPr>
          <p:spPr>
            <a:xfrm>
              <a:off x="1653121" y="1004340"/>
              <a:ext cx="179882" cy="2248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7FB7D7EB-937D-4131-AD35-C0A1CB9B1D89}"/>
              </a:ext>
            </a:extLst>
          </p:cNvPr>
          <p:cNvGrpSpPr/>
          <p:nvPr/>
        </p:nvGrpSpPr>
        <p:grpSpPr>
          <a:xfrm>
            <a:off x="3017745" y="366646"/>
            <a:ext cx="4262331" cy="707886"/>
            <a:chOff x="140738" y="2880551"/>
            <a:chExt cx="4262331" cy="707886"/>
          </a:xfrm>
        </p:grpSpPr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88C73B3E-A566-49A7-8AF0-48F77524E5D4}"/>
                </a:ext>
              </a:extLst>
            </p:cNvPr>
            <p:cNvSpPr txBox="1"/>
            <p:nvPr/>
          </p:nvSpPr>
          <p:spPr>
            <a:xfrm>
              <a:off x="140738" y="2880551"/>
              <a:ext cx="8128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000" b="1" dirty="0"/>
                <a:t>04</a:t>
              </a:r>
              <a:endParaRPr lang="fr-FR" sz="3200" b="1" dirty="0"/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4129BDE0-2F7E-4931-AE85-76FAA53BCFC1}"/>
                </a:ext>
              </a:extLst>
            </p:cNvPr>
            <p:cNvSpPr txBox="1"/>
            <p:nvPr/>
          </p:nvSpPr>
          <p:spPr>
            <a:xfrm>
              <a:off x="767475" y="3028234"/>
              <a:ext cx="3635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MODELISATION DETAILLE</a:t>
              </a:r>
            </a:p>
          </p:txBody>
        </p:sp>
      </p:grpSp>
      <p:pic>
        <p:nvPicPr>
          <p:cNvPr id="17" name="Image 16">
            <a:extLst>
              <a:ext uri="{FF2B5EF4-FFF2-40B4-BE49-F238E27FC236}">
                <a16:creationId xmlns:a16="http://schemas.microsoft.com/office/drawing/2014/main" id="{DCE51B11-ADC2-4A08-B8A2-57E0534FC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97" y="668414"/>
            <a:ext cx="1658106" cy="1176938"/>
          </a:xfrm>
          <a:prstGeom prst="rect">
            <a:avLst/>
          </a:prstGeom>
        </p:spPr>
      </p:pic>
      <p:grpSp>
        <p:nvGrpSpPr>
          <p:cNvPr id="21" name="Groupe 20">
            <a:extLst>
              <a:ext uri="{FF2B5EF4-FFF2-40B4-BE49-F238E27FC236}">
                <a16:creationId xmlns:a16="http://schemas.microsoft.com/office/drawing/2014/main" id="{0C51B433-5A9A-4235-BDE4-9B4DA27B695E}"/>
              </a:ext>
            </a:extLst>
          </p:cNvPr>
          <p:cNvGrpSpPr/>
          <p:nvPr/>
        </p:nvGrpSpPr>
        <p:grpSpPr>
          <a:xfrm>
            <a:off x="652303" y="2793493"/>
            <a:ext cx="1424901" cy="1379864"/>
            <a:chOff x="526786" y="3951659"/>
            <a:chExt cx="2230500" cy="2160000"/>
          </a:xfrm>
        </p:grpSpPr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6C2DB78B-D8BD-4206-91C6-D5F5FB0A0035}"/>
                </a:ext>
              </a:extLst>
            </p:cNvPr>
            <p:cNvSpPr/>
            <p:nvPr/>
          </p:nvSpPr>
          <p:spPr>
            <a:xfrm>
              <a:off x="526786" y="3951659"/>
              <a:ext cx="2160000" cy="216000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bg1">
                  <a:lumMod val="85000"/>
                </a:schemeClr>
              </a:solidFill>
            </a:ln>
            <a:effectLst>
              <a:outerShdw blurRad="508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D1DD32D2-52CC-4A23-992A-4559E812B8D6}"/>
                </a:ext>
              </a:extLst>
            </p:cNvPr>
            <p:cNvSpPr txBox="1"/>
            <p:nvPr/>
          </p:nvSpPr>
          <p:spPr>
            <a:xfrm>
              <a:off x="606614" y="4641720"/>
              <a:ext cx="2150672" cy="10117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UML</a:t>
              </a:r>
            </a:p>
          </p:txBody>
        </p:sp>
      </p:grp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4738074C-D45F-41F7-A780-BA86E6EC23ED}"/>
              </a:ext>
            </a:extLst>
          </p:cNvPr>
          <p:cNvGrpSpPr/>
          <p:nvPr/>
        </p:nvGrpSpPr>
        <p:grpSpPr>
          <a:xfrm>
            <a:off x="3856342" y="1940232"/>
            <a:ext cx="6038433" cy="985121"/>
            <a:chOff x="3856342" y="1156457"/>
            <a:chExt cx="6038433" cy="985121"/>
          </a:xfrm>
        </p:grpSpPr>
        <p:grpSp>
          <p:nvGrpSpPr>
            <p:cNvPr id="27" name="Groupe 26">
              <a:extLst>
                <a:ext uri="{FF2B5EF4-FFF2-40B4-BE49-F238E27FC236}">
                  <a16:creationId xmlns:a16="http://schemas.microsoft.com/office/drawing/2014/main" id="{FF8E2733-7B6D-4521-B102-9BC8F3E268D2}"/>
                </a:ext>
              </a:extLst>
            </p:cNvPr>
            <p:cNvGrpSpPr/>
            <p:nvPr/>
          </p:nvGrpSpPr>
          <p:grpSpPr>
            <a:xfrm>
              <a:off x="3856342" y="1156457"/>
              <a:ext cx="325892" cy="985121"/>
              <a:chOff x="5933054" y="1315393"/>
              <a:chExt cx="325892" cy="985121"/>
            </a:xfrm>
          </p:grpSpPr>
          <p:cxnSp>
            <p:nvCxnSpPr>
              <p:cNvPr id="23" name="Connecteur droit 22">
                <a:extLst>
                  <a:ext uri="{FF2B5EF4-FFF2-40B4-BE49-F238E27FC236}">
                    <a16:creationId xmlns:a16="http://schemas.microsoft.com/office/drawing/2014/main" id="{69FE49B9-2FE8-4682-8FF2-E88F104113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1315393"/>
                <a:ext cx="0" cy="985121"/>
              </a:xfrm>
              <a:prstGeom prst="line">
                <a:avLst/>
              </a:prstGeom>
              <a:ln w="31750">
                <a:solidFill>
                  <a:srgbClr val="FF5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id="{427E15FE-012B-4473-A408-6C34DC159279}"/>
                  </a:ext>
                </a:extLst>
              </p:cNvPr>
              <p:cNvGrpSpPr/>
              <p:nvPr/>
            </p:nvGrpSpPr>
            <p:grpSpPr>
              <a:xfrm>
                <a:off x="5933054" y="1670291"/>
                <a:ext cx="325892" cy="325892"/>
                <a:chOff x="5240677" y="1670291"/>
                <a:chExt cx="325892" cy="325892"/>
              </a:xfrm>
            </p:grpSpPr>
            <p:sp>
              <p:nvSpPr>
                <p:cNvPr id="24" name="Ellipse 23">
                  <a:extLst>
                    <a:ext uri="{FF2B5EF4-FFF2-40B4-BE49-F238E27FC236}">
                      <a16:creationId xmlns:a16="http://schemas.microsoft.com/office/drawing/2014/main" id="{C6661E84-80E4-45E6-8796-F4252A3B698C}"/>
                    </a:ext>
                  </a:extLst>
                </p:cNvPr>
                <p:cNvSpPr/>
                <p:nvPr/>
              </p:nvSpPr>
              <p:spPr>
                <a:xfrm>
                  <a:off x="5240677" y="1670291"/>
                  <a:ext cx="325892" cy="325892"/>
                </a:xfrm>
                <a:prstGeom prst="ellipse">
                  <a:avLst/>
                </a:prstGeom>
                <a:noFill/>
                <a:ln>
                  <a:solidFill>
                    <a:srgbClr val="FF5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5" name="Ellipse 24">
                  <a:extLst>
                    <a:ext uri="{FF2B5EF4-FFF2-40B4-BE49-F238E27FC236}">
                      <a16:creationId xmlns:a16="http://schemas.microsoft.com/office/drawing/2014/main" id="{C0A83B83-8D15-401E-AB5D-0CFDD614D119}"/>
                    </a:ext>
                  </a:extLst>
                </p:cNvPr>
                <p:cNvSpPr/>
                <p:nvPr/>
              </p:nvSpPr>
              <p:spPr>
                <a:xfrm>
                  <a:off x="5305708" y="1735322"/>
                  <a:ext cx="195829" cy="195829"/>
                </a:xfrm>
                <a:prstGeom prst="ellipse">
                  <a:avLst/>
                </a:prstGeom>
                <a:solidFill>
                  <a:srgbClr val="FF5050"/>
                </a:solidFill>
                <a:ln>
                  <a:solidFill>
                    <a:srgbClr val="FF5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0" name="Groupe 39">
              <a:extLst>
                <a:ext uri="{FF2B5EF4-FFF2-40B4-BE49-F238E27FC236}">
                  <a16:creationId xmlns:a16="http://schemas.microsoft.com/office/drawing/2014/main" id="{ADED7E12-08FB-49CA-9876-FEC038B86361}"/>
                </a:ext>
              </a:extLst>
            </p:cNvPr>
            <p:cNvGrpSpPr/>
            <p:nvPr/>
          </p:nvGrpSpPr>
          <p:grpSpPr>
            <a:xfrm>
              <a:off x="4237535" y="1338938"/>
              <a:ext cx="5657240" cy="657693"/>
              <a:chOff x="4237535" y="1338938"/>
              <a:chExt cx="5657240" cy="657693"/>
            </a:xfrm>
          </p:grpSpPr>
          <p:grpSp>
            <p:nvGrpSpPr>
              <p:cNvPr id="38" name="Groupe 37">
                <a:extLst>
                  <a:ext uri="{FF2B5EF4-FFF2-40B4-BE49-F238E27FC236}">
                    <a16:creationId xmlns:a16="http://schemas.microsoft.com/office/drawing/2014/main" id="{CA649EA5-9622-4F6D-B09B-1AAD62BA0FD5}"/>
                  </a:ext>
                </a:extLst>
              </p:cNvPr>
              <p:cNvGrpSpPr/>
              <p:nvPr/>
            </p:nvGrpSpPr>
            <p:grpSpPr>
              <a:xfrm>
                <a:off x="4237535" y="1338938"/>
                <a:ext cx="5657240" cy="657693"/>
                <a:chOff x="4237535" y="1338938"/>
                <a:chExt cx="5657240" cy="657693"/>
              </a:xfrm>
            </p:grpSpPr>
            <p:grpSp>
              <p:nvGrpSpPr>
                <p:cNvPr id="35" name="Groupe 34">
                  <a:extLst>
                    <a:ext uri="{FF2B5EF4-FFF2-40B4-BE49-F238E27FC236}">
                      <a16:creationId xmlns:a16="http://schemas.microsoft.com/office/drawing/2014/main" id="{9778B279-C69E-4A32-9734-DD4785D0D17C}"/>
                    </a:ext>
                  </a:extLst>
                </p:cNvPr>
                <p:cNvGrpSpPr/>
                <p:nvPr/>
              </p:nvGrpSpPr>
              <p:grpSpPr>
                <a:xfrm>
                  <a:off x="4237535" y="1338938"/>
                  <a:ext cx="5657240" cy="657693"/>
                  <a:chOff x="4237535" y="1338938"/>
                  <a:chExt cx="5657240" cy="657693"/>
                </a:xfrm>
              </p:grpSpPr>
              <p:grpSp>
                <p:nvGrpSpPr>
                  <p:cNvPr id="31" name="Groupe 30">
                    <a:extLst>
                      <a:ext uri="{FF2B5EF4-FFF2-40B4-BE49-F238E27FC236}">
                        <a16:creationId xmlns:a16="http://schemas.microsoft.com/office/drawing/2014/main" id="{9E0EE2D0-01DA-4E5C-98CB-EEAB19BFF993}"/>
                      </a:ext>
                    </a:extLst>
                  </p:cNvPr>
                  <p:cNvGrpSpPr/>
                  <p:nvPr/>
                </p:nvGrpSpPr>
                <p:grpSpPr>
                  <a:xfrm>
                    <a:off x="4237535" y="1338938"/>
                    <a:ext cx="5657240" cy="657693"/>
                    <a:chOff x="4237536" y="1338939"/>
                    <a:chExt cx="3323726" cy="558800"/>
                  </a:xfrm>
                </p:grpSpPr>
                <p:sp>
                  <p:nvSpPr>
                    <p:cNvPr id="29" name="Rectangle : coins arrondis 28">
                      <a:extLst>
                        <a:ext uri="{FF2B5EF4-FFF2-40B4-BE49-F238E27FC236}">
                          <a16:creationId xmlns:a16="http://schemas.microsoft.com/office/drawing/2014/main" id="{96959196-7589-4173-8F85-C110B4B177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89891" y="1338939"/>
                      <a:ext cx="3171371" cy="55880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FF505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30" name="Triangle isocèle 29">
                      <a:extLst>
                        <a:ext uri="{FF2B5EF4-FFF2-40B4-BE49-F238E27FC236}">
                          <a16:creationId xmlns:a16="http://schemas.microsoft.com/office/drawing/2014/main" id="{E3147A98-9C02-4FC6-9624-444592EDD2C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306435" y="1490555"/>
                      <a:ext cx="94343" cy="232142"/>
                    </a:xfrm>
                    <a:prstGeom prst="triangle">
                      <a:avLst/>
                    </a:prstGeom>
                    <a:solidFill>
                      <a:srgbClr val="FF505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32" name="Ellipse 31">
                    <a:extLst>
                      <a:ext uri="{FF2B5EF4-FFF2-40B4-BE49-F238E27FC236}">
                        <a16:creationId xmlns:a16="http://schemas.microsoft.com/office/drawing/2014/main" id="{F31CA01D-479D-44A3-BA2E-52AEE9BC7ACA}"/>
                      </a:ext>
                    </a:extLst>
                  </p:cNvPr>
                  <p:cNvSpPr/>
                  <p:nvPr/>
                </p:nvSpPr>
                <p:spPr>
                  <a:xfrm>
                    <a:off x="4619140" y="1409414"/>
                    <a:ext cx="529771" cy="529771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34" name="ZoneTexte 33">
                  <a:extLst>
                    <a:ext uri="{FF2B5EF4-FFF2-40B4-BE49-F238E27FC236}">
                      <a16:creationId xmlns:a16="http://schemas.microsoft.com/office/drawing/2014/main" id="{CE6F2499-3515-4DF6-B96E-3ACBBFAF757B}"/>
                    </a:ext>
                  </a:extLst>
                </p:cNvPr>
                <p:cNvSpPr txBox="1"/>
                <p:nvPr/>
              </p:nvSpPr>
              <p:spPr>
                <a:xfrm>
                  <a:off x="5271196" y="1483118"/>
                  <a:ext cx="443309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b="1" dirty="0">
                      <a:solidFill>
                        <a:schemeClr val="bg1">
                          <a:lumMod val="85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hlinkClick r:id="rId3" action="ppaction://hlinkfile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DIAGRAMME DE CAS D’UTILISATION</a:t>
                  </a:r>
                  <a:endParaRPr lang="fr-FR" b="1" dirty="0">
                    <a:solidFill>
                      <a:schemeClr val="bg1">
                        <a:lumMod val="8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F107CA25-8F06-46DD-8463-2F98402245A0}"/>
                  </a:ext>
                </a:extLst>
              </p:cNvPr>
              <p:cNvSpPr txBox="1"/>
              <p:nvPr/>
            </p:nvSpPr>
            <p:spPr>
              <a:xfrm>
                <a:off x="4722321" y="1436951"/>
                <a:ext cx="2610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400" b="1" dirty="0">
                    <a:solidFill>
                      <a:srgbClr val="FF5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fr-FR" b="1" dirty="0">
                  <a:solidFill>
                    <a:srgbClr val="FF5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FE6DA36C-E43F-446D-ADD3-0930901828DC}"/>
              </a:ext>
            </a:extLst>
          </p:cNvPr>
          <p:cNvGrpSpPr/>
          <p:nvPr/>
        </p:nvGrpSpPr>
        <p:grpSpPr>
          <a:xfrm>
            <a:off x="3856342" y="2892697"/>
            <a:ext cx="6048490" cy="985121"/>
            <a:chOff x="3856342" y="1156457"/>
            <a:chExt cx="6038434" cy="985121"/>
          </a:xfrm>
        </p:grpSpPr>
        <p:grpSp>
          <p:nvGrpSpPr>
            <p:cNvPr id="43" name="Groupe 42">
              <a:extLst>
                <a:ext uri="{FF2B5EF4-FFF2-40B4-BE49-F238E27FC236}">
                  <a16:creationId xmlns:a16="http://schemas.microsoft.com/office/drawing/2014/main" id="{DA87FBBB-60F4-409E-A583-548C5B043AAF}"/>
                </a:ext>
              </a:extLst>
            </p:cNvPr>
            <p:cNvGrpSpPr/>
            <p:nvPr/>
          </p:nvGrpSpPr>
          <p:grpSpPr>
            <a:xfrm>
              <a:off x="3856342" y="1156457"/>
              <a:ext cx="325892" cy="985121"/>
              <a:chOff x="5933054" y="1315393"/>
              <a:chExt cx="325892" cy="985121"/>
            </a:xfrm>
          </p:grpSpPr>
          <p:cxnSp>
            <p:nvCxnSpPr>
              <p:cNvPr id="53" name="Connecteur droit 52">
                <a:extLst>
                  <a:ext uri="{FF2B5EF4-FFF2-40B4-BE49-F238E27FC236}">
                    <a16:creationId xmlns:a16="http://schemas.microsoft.com/office/drawing/2014/main" id="{416538D9-A1EE-40C5-BA30-F0B7819483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1315393"/>
                <a:ext cx="0" cy="985121"/>
              </a:xfrm>
              <a:prstGeom prst="line">
                <a:avLst/>
              </a:prstGeom>
              <a:ln w="3175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4" name="Groupe 53">
                <a:extLst>
                  <a:ext uri="{FF2B5EF4-FFF2-40B4-BE49-F238E27FC236}">
                    <a16:creationId xmlns:a16="http://schemas.microsoft.com/office/drawing/2014/main" id="{7EB5BB1D-0CDD-4134-98DF-0CE3360245FB}"/>
                  </a:ext>
                </a:extLst>
              </p:cNvPr>
              <p:cNvGrpSpPr/>
              <p:nvPr/>
            </p:nvGrpSpPr>
            <p:grpSpPr>
              <a:xfrm>
                <a:off x="5933054" y="1670291"/>
                <a:ext cx="325892" cy="325892"/>
                <a:chOff x="5240677" y="1670291"/>
                <a:chExt cx="325892" cy="325892"/>
              </a:xfrm>
            </p:grpSpPr>
            <p:sp>
              <p:nvSpPr>
                <p:cNvPr id="55" name="Ellipse 54">
                  <a:extLst>
                    <a:ext uri="{FF2B5EF4-FFF2-40B4-BE49-F238E27FC236}">
                      <a16:creationId xmlns:a16="http://schemas.microsoft.com/office/drawing/2014/main" id="{FA4C8418-3BC4-4772-9293-4B6A8631292E}"/>
                    </a:ext>
                  </a:extLst>
                </p:cNvPr>
                <p:cNvSpPr/>
                <p:nvPr/>
              </p:nvSpPr>
              <p:spPr>
                <a:xfrm>
                  <a:off x="5240677" y="1670291"/>
                  <a:ext cx="325892" cy="325892"/>
                </a:xfrm>
                <a:prstGeom prst="ellipse">
                  <a:avLst/>
                </a:prstGeom>
                <a:noFill/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6" name="Ellipse 55">
                  <a:extLst>
                    <a:ext uri="{FF2B5EF4-FFF2-40B4-BE49-F238E27FC236}">
                      <a16:creationId xmlns:a16="http://schemas.microsoft.com/office/drawing/2014/main" id="{D2C16D7A-6DA6-4E3C-B9DD-CD1BCC51A3BA}"/>
                    </a:ext>
                  </a:extLst>
                </p:cNvPr>
                <p:cNvSpPr/>
                <p:nvPr/>
              </p:nvSpPr>
              <p:spPr>
                <a:xfrm>
                  <a:off x="5305708" y="1735322"/>
                  <a:ext cx="195829" cy="195829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4" name="Groupe 43">
              <a:extLst>
                <a:ext uri="{FF2B5EF4-FFF2-40B4-BE49-F238E27FC236}">
                  <a16:creationId xmlns:a16="http://schemas.microsoft.com/office/drawing/2014/main" id="{3496C5FB-ABDB-4C9C-82F9-62ED9D4560D6}"/>
                </a:ext>
              </a:extLst>
            </p:cNvPr>
            <p:cNvGrpSpPr/>
            <p:nvPr/>
          </p:nvGrpSpPr>
          <p:grpSpPr>
            <a:xfrm>
              <a:off x="4239488" y="1338938"/>
              <a:ext cx="5655288" cy="657693"/>
              <a:chOff x="4239488" y="1338938"/>
              <a:chExt cx="5655288" cy="657693"/>
            </a:xfrm>
          </p:grpSpPr>
          <p:grpSp>
            <p:nvGrpSpPr>
              <p:cNvPr id="45" name="Groupe 44">
                <a:extLst>
                  <a:ext uri="{FF2B5EF4-FFF2-40B4-BE49-F238E27FC236}">
                    <a16:creationId xmlns:a16="http://schemas.microsoft.com/office/drawing/2014/main" id="{5DE5F7A4-6971-4D95-8975-C6A376A2BEAF}"/>
                  </a:ext>
                </a:extLst>
              </p:cNvPr>
              <p:cNvGrpSpPr/>
              <p:nvPr/>
            </p:nvGrpSpPr>
            <p:grpSpPr>
              <a:xfrm>
                <a:off x="4239488" y="1338938"/>
                <a:ext cx="5655288" cy="657693"/>
                <a:chOff x="4239488" y="1338938"/>
                <a:chExt cx="5655288" cy="657693"/>
              </a:xfrm>
            </p:grpSpPr>
            <p:grpSp>
              <p:nvGrpSpPr>
                <p:cNvPr id="47" name="Groupe 46">
                  <a:extLst>
                    <a:ext uri="{FF2B5EF4-FFF2-40B4-BE49-F238E27FC236}">
                      <a16:creationId xmlns:a16="http://schemas.microsoft.com/office/drawing/2014/main" id="{85B562A3-26E4-4E5A-95BA-BC6C76F4A492}"/>
                    </a:ext>
                  </a:extLst>
                </p:cNvPr>
                <p:cNvGrpSpPr/>
                <p:nvPr/>
              </p:nvGrpSpPr>
              <p:grpSpPr>
                <a:xfrm>
                  <a:off x="4239488" y="1338938"/>
                  <a:ext cx="5655288" cy="657693"/>
                  <a:chOff x="4239488" y="1338938"/>
                  <a:chExt cx="5655288" cy="657693"/>
                </a:xfrm>
              </p:grpSpPr>
              <p:grpSp>
                <p:nvGrpSpPr>
                  <p:cNvPr id="49" name="Groupe 48">
                    <a:extLst>
                      <a:ext uri="{FF2B5EF4-FFF2-40B4-BE49-F238E27FC236}">
                        <a16:creationId xmlns:a16="http://schemas.microsoft.com/office/drawing/2014/main" id="{A6F37B8B-01FD-49C2-AE74-85FB9C0D4E65}"/>
                      </a:ext>
                    </a:extLst>
                  </p:cNvPr>
                  <p:cNvGrpSpPr/>
                  <p:nvPr/>
                </p:nvGrpSpPr>
                <p:grpSpPr>
                  <a:xfrm>
                    <a:off x="4239488" y="1338938"/>
                    <a:ext cx="5655288" cy="657693"/>
                    <a:chOff x="4238683" y="1338939"/>
                    <a:chExt cx="3322579" cy="558800"/>
                  </a:xfrm>
                </p:grpSpPr>
                <p:sp>
                  <p:nvSpPr>
                    <p:cNvPr id="51" name="Rectangle : coins arrondis 50">
                      <a:extLst>
                        <a:ext uri="{FF2B5EF4-FFF2-40B4-BE49-F238E27FC236}">
                          <a16:creationId xmlns:a16="http://schemas.microsoft.com/office/drawing/2014/main" id="{4FB8E50A-FFF7-4BAF-96A4-B2D67E798B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89891" y="1338939"/>
                      <a:ext cx="3171371" cy="55880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accent1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52" name="Triangle isocèle 51">
                      <a:extLst>
                        <a:ext uri="{FF2B5EF4-FFF2-40B4-BE49-F238E27FC236}">
                          <a16:creationId xmlns:a16="http://schemas.microsoft.com/office/drawing/2014/main" id="{0511A29A-28C8-4144-B8B7-88AE0AA9E0B7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307582" y="1492142"/>
                      <a:ext cx="94343" cy="232142"/>
                    </a:xfrm>
                    <a:prstGeom prst="triangle">
                      <a:avLst/>
                    </a:prstGeom>
                    <a:solidFill>
                      <a:schemeClr val="accent1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50" name="Ellipse 49">
                    <a:extLst>
                      <a:ext uri="{FF2B5EF4-FFF2-40B4-BE49-F238E27FC236}">
                        <a16:creationId xmlns:a16="http://schemas.microsoft.com/office/drawing/2014/main" id="{1CF7F619-B0B5-49CA-8DFF-B5B4780AE2A0}"/>
                      </a:ext>
                    </a:extLst>
                  </p:cNvPr>
                  <p:cNvSpPr/>
                  <p:nvPr/>
                </p:nvSpPr>
                <p:spPr>
                  <a:xfrm>
                    <a:off x="4619140" y="1409414"/>
                    <a:ext cx="529771" cy="529771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48" name="ZoneTexte 47">
                  <a:extLst>
                    <a:ext uri="{FF2B5EF4-FFF2-40B4-BE49-F238E27FC236}">
                      <a16:creationId xmlns:a16="http://schemas.microsoft.com/office/drawing/2014/main" id="{5ED02BE0-11C3-44B4-B114-9E5B6DEF58BF}"/>
                    </a:ext>
                  </a:extLst>
                </p:cNvPr>
                <p:cNvSpPr txBox="1"/>
                <p:nvPr/>
              </p:nvSpPr>
              <p:spPr>
                <a:xfrm>
                  <a:off x="5271196" y="1483118"/>
                  <a:ext cx="443309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b="1" dirty="0">
                      <a:solidFill>
                        <a:schemeClr val="bg1">
                          <a:lumMod val="85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hlinkClick r:id="rId4" action="ppaction://hlinkfile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DIAGRAMME DE CLASSE</a:t>
                  </a:r>
                  <a:endParaRPr lang="fr-FR" b="1" dirty="0">
                    <a:solidFill>
                      <a:schemeClr val="bg1">
                        <a:lumMod val="8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6" name="ZoneTexte 45">
                <a:extLst>
                  <a:ext uri="{FF2B5EF4-FFF2-40B4-BE49-F238E27FC236}">
                    <a16:creationId xmlns:a16="http://schemas.microsoft.com/office/drawing/2014/main" id="{504CCE4B-4EC0-45FB-B89F-3983417D7C18}"/>
                  </a:ext>
                </a:extLst>
              </p:cNvPr>
              <p:cNvSpPr txBox="1"/>
              <p:nvPr/>
            </p:nvSpPr>
            <p:spPr>
              <a:xfrm>
                <a:off x="4722321" y="1436951"/>
                <a:ext cx="2610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400" b="1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fr-FR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B0557FBA-7015-45B8-A3D7-278E45A46C39}"/>
              </a:ext>
            </a:extLst>
          </p:cNvPr>
          <p:cNvGrpSpPr/>
          <p:nvPr/>
        </p:nvGrpSpPr>
        <p:grpSpPr>
          <a:xfrm>
            <a:off x="3856342" y="3859985"/>
            <a:ext cx="6038433" cy="985121"/>
            <a:chOff x="3856342" y="1156457"/>
            <a:chExt cx="6038433" cy="985121"/>
          </a:xfrm>
        </p:grpSpPr>
        <p:grpSp>
          <p:nvGrpSpPr>
            <p:cNvPr id="58" name="Groupe 57">
              <a:extLst>
                <a:ext uri="{FF2B5EF4-FFF2-40B4-BE49-F238E27FC236}">
                  <a16:creationId xmlns:a16="http://schemas.microsoft.com/office/drawing/2014/main" id="{8090AF4B-EA52-47F6-B6C2-3E65E9F7A736}"/>
                </a:ext>
              </a:extLst>
            </p:cNvPr>
            <p:cNvGrpSpPr/>
            <p:nvPr/>
          </p:nvGrpSpPr>
          <p:grpSpPr>
            <a:xfrm>
              <a:off x="3856342" y="1156457"/>
              <a:ext cx="325892" cy="985121"/>
              <a:chOff x="5933054" y="1315393"/>
              <a:chExt cx="325892" cy="985121"/>
            </a:xfrm>
          </p:grpSpPr>
          <p:cxnSp>
            <p:nvCxnSpPr>
              <p:cNvPr id="68" name="Connecteur droit 67">
                <a:extLst>
                  <a:ext uri="{FF2B5EF4-FFF2-40B4-BE49-F238E27FC236}">
                    <a16:creationId xmlns:a16="http://schemas.microsoft.com/office/drawing/2014/main" id="{D5E03888-E387-44FA-9311-17A5C2C5D2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1315393"/>
                <a:ext cx="0" cy="985121"/>
              </a:xfrm>
              <a:prstGeom prst="line">
                <a:avLst/>
              </a:prstGeom>
              <a:ln w="317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9" name="Groupe 68">
                <a:extLst>
                  <a:ext uri="{FF2B5EF4-FFF2-40B4-BE49-F238E27FC236}">
                    <a16:creationId xmlns:a16="http://schemas.microsoft.com/office/drawing/2014/main" id="{C5AE7FD9-CB28-4726-8023-F3599C8D71BC}"/>
                  </a:ext>
                </a:extLst>
              </p:cNvPr>
              <p:cNvGrpSpPr/>
              <p:nvPr/>
            </p:nvGrpSpPr>
            <p:grpSpPr>
              <a:xfrm>
                <a:off x="5933054" y="1670291"/>
                <a:ext cx="325892" cy="325892"/>
                <a:chOff x="5240677" y="1670291"/>
                <a:chExt cx="325892" cy="325892"/>
              </a:xfrm>
            </p:grpSpPr>
            <p:sp>
              <p:nvSpPr>
                <p:cNvPr id="70" name="Ellipse 69">
                  <a:extLst>
                    <a:ext uri="{FF2B5EF4-FFF2-40B4-BE49-F238E27FC236}">
                      <a16:creationId xmlns:a16="http://schemas.microsoft.com/office/drawing/2014/main" id="{187DA6A5-F9EF-4635-9799-E630898CFB41}"/>
                    </a:ext>
                  </a:extLst>
                </p:cNvPr>
                <p:cNvSpPr/>
                <p:nvPr/>
              </p:nvSpPr>
              <p:spPr>
                <a:xfrm>
                  <a:off x="5240677" y="1670291"/>
                  <a:ext cx="325892" cy="325892"/>
                </a:xfrm>
                <a:prstGeom prst="ellipse">
                  <a:avLst/>
                </a:prstGeom>
                <a:noFill/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1" name="Ellipse 70">
                  <a:extLst>
                    <a:ext uri="{FF2B5EF4-FFF2-40B4-BE49-F238E27FC236}">
                      <a16:creationId xmlns:a16="http://schemas.microsoft.com/office/drawing/2014/main" id="{CCEEC5D7-07AC-49E4-AAE6-6823C729ECD2}"/>
                    </a:ext>
                  </a:extLst>
                </p:cNvPr>
                <p:cNvSpPr/>
                <p:nvPr/>
              </p:nvSpPr>
              <p:spPr>
                <a:xfrm>
                  <a:off x="5305708" y="1735322"/>
                  <a:ext cx="195829" cy="195829"/>
                </a:xfrm>
                <a:prstGeom prst="ellipse">
                  <a:avLst/>
                </a:prstGeom>
                <a:solidFill>
                  <a:schemeClr val="accent6">
                    <a:lumMod val="50000"/>
                  </a:schemeClr>
                </a:solidFill>
                <a:ln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 dirty="0"/>
                </a:p>
              </p:txBody>
            </p:sp>
          </p:grpSp>
        </p:grpSp>
        <p:grpSp>
          <p:nvGrpSpPr>
            <p:cNvPr id="59" name="Groupe 58">
              <a:extLst>
                <a:ext uri="{FF2B5EF4-FFF2-40B4-BE49-F238E27FC236}">
                  <a16:creationId xmlns:a16="http://schemas.microsoft.com/office/drawing/2014/main" id="{E02499EB-541E-469D-87FC-2F8B09ED2A57}"/>
                </a:ext>
              </a:extLst>
            </p:cNvPr>
            <p:cNvGrpSpPr/>
            <p:nvPr/>
          </p:nvGrpSpPr>
          <p:grpSpPr>
            <a:xfrm>
              <a:off x="4237535" y="1338938"/>
              <a:ext cx="5657240" cy="657693"/>
              <a:chOff x="4237535" y="1338938"/>
              <a:chExt cx="5657240" cy="657693"/>
            </a:xfrm>
          </p:grpSpPr>
          <p:grpSp>
            <p:nvGrpSpPr>
              <p:cNvPr id="60" name="Groupe 59">
                <a:extLst>
                  <a:ext uri="{FF2B5EF4-FFF2-40B4-BE49-F238E27FC236}">
                    <a16:creationId xmlns:a16="http://schemas.microsoft.com/office/drawing/2014/main" id="{9D5C1CCF-5214-4BBF-BDC3-96CFE3393D9A}"/>
                  </a:ext>
                </a:extLst>
              </p:cNvPr>
              <p:cNvGrpSpPr/>
              <p:nvPr/>
            </p:nvGrpSpPr>
            <p:grpSpPr>
              <a:xfrm>
                <a:off x="4237535" y="1338938"/>
                <a:ext cx="5657240" cy="657693"/>
                <a:chOff x="4237535" y="1338938"/>
                <a:chExt cx="5657240" cy="657693"/>
              </a:xfrm>
            </p:grpSpPr>
            <p:grpSp>
              <p:nvGrpSpPr>
                <p:cNvPr id="62" name="Groupe 61">
                  <a:extLst>
                    <a:ext uri="{FF2B5EF4-FFF2-40B4-BE49-F238E27FC236}">
                      <a16:creationId xmlns:a16="http://schemas.microsoft.com/office/drawing/2014/main" id="{81221F45-1ABC-45D0-806E-20CF7F4D9F68}"/>
                    </a:ext>
                  </a:extLst>
                </p:cNvPr>
                <p:cNvGrpSpPr/>
                <p:nvPr/>
              </p:nvGrpSpPr>
              <p:grpSpPr>
                <a:xfrm>
                  <a:off x="4237535" y="1338938"/>
                  <a:ext cx="5657240" cy="657693"/>
                  <a:chOff x="4237535" y="1338938"/>
                  <a:chExt cx="5657240" cy="657693"/>
                </a:xfrm>
              </p:grpSpPr>
              <p:grpSp>
                <p:nvGrpSpPr>
                  <p:cNvPr id="64" name="Groupe 63">
                    <a:extLst>
                      <a:ext uri="{FF2B5EF4-FFF2-40B4-BE49-F238E27FC236}">
                        <a16:creationId xmlns:a16="http://schemas.microsoft.com/office/drawing/2014/main" id="{CF80EC93-C198-4188-BA4C-C7EDBB9D86CE}"/>
                      </a:ext>
                    </a:extLst>
                  </p:cNvPr>
                  <p:cNvGrpSpPr/>
                  <p:nvPr/>
                </p:nvGrpSpPr>
                <p:grpSpPr>
                  <a:xfrm>
                    <a:off x="4237535" y="1338938"/>
                    <a:ext cx="5657240" cy="657693"/>
                    <a:chOff x="4237536" y="1338939"/>
                    <a:chExt cx="3323726" cy="558800"/>
                  </a:xfrm>
                </p:grpSpPr>
                <p:sp>
                  <p:nvSpPr>
                    <p:cNvPr id="66" name="Rectangle : coins arrondis 65">
                      <a:extLst>
                        <a:ext uri="{FF2B5EF4-FFF2-40B4-BE49-F238E27FC236}">
                          <a16:creationId xmlns:a16="http://schemas.microsoft.com/office/drawing/2014/main" id="{921F57D2-CEA1-4244-A567-D371986E30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89891" y="1338939"/>
                      <a:ext cx="3171371" cy="55880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accent6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67" name="Triangle isocèle 66">
                      <a:extLst>
                        <a:ext uri="{FF2B5EF4-FFF2-40B4-BE49-F238E27FC236}">
                          <a16:creationId xmlns:a16="http://schemas.microsoft.com/office/drawing/2014/main" id="{1E62EA52-48E5-40DC-8292-B53E4BBA616F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306435" y="1490555"/>
                      <a:ext cx="94343" cy="232142"/>
                    </a:xfrm>
                    <a:prstGeom prst="triangle">
                      <a:avLst/>
                    </a:prstGeom>
                    <a:solidFill>
                      <a:schemeClr val="accent6">
                        <a:lumMod val="5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65" name="Ellipse 64">
                    <a:extLst>
                      <a:ext uri="{FF2B5EF4-FFF2-40B4-BE49-F238E27FC236}">
                        <a16:creationId xmlns:a16="http://schemas.microsoft.com/office/drawing/2014/main" id="{C00F9E58-3DA6-4BF5-ACA0-F6661C6EF8CA}"/>
                      </a:ext>
                    </a:extLst>
                  </p:cNvPr>
                  <p:cNvSpPr/>
                  <p:nvPr/>
                </p:nvSpPr>
                <p:spPr>
                  <a:xfrm>
                    <a:off x="4619140" y="1409414"/>
                    <a:ext cx="529771" cy="529771"/>
                  </a:xfrm>
                  <a:prstGeom prst="ellipse">
                    <a:avLst/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63" name="ZoneTexte 62">
                  <a:extLst>
                    <a:ext uri="{FF2B5EF4-FFF2-40B4-BE49-F238E27FC236}">
                      <a16:creationId xmlns:a16="http://schemas.microsoft.com/office/drawing/2014/main" id="{B9E8CB9F-FD0E-45C7-8CFE-D7CAFFB95598}"/>
                    </a:ext>
                  </a:extLst>
                </p:cNvPr>
                <p:cNvSpPr txBox="1"/>
                <p:nvPr/>
              </p:nvSpPr>
              <p:spPr>
                <a:xfrm>
                  <a:off x="5271196" y="1483118"/>
                  <a:ext cx="443309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b="1" dirty="0">
                      <a:solidFill>
                        <a:schemeClr val="bg1">
                          <a:lumMod val="85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  <a:hlinkClick r:id="rId5" action="ppaction://hlinkfile">
                        <a:extLst>
                          <a:ext uri="{A12FA001-AC4F-418D-AE19-62706E023703}">
                            <ahyp:hlinkClr xmlns:ahyp="http://schemas.microsoft.com/office/drawing/2018/hyperlinkcolor" val="tx"/>
                          </a:ext>
                        </a:extLst>
                      </a:hlinkClick>
                    </a:rPr>
                    <a:t>DIAGRAMME DE SEQUENCE</a:t>
                  </a:r>
                  <a:endParaRPr lang="fr-FR" b="1" dirty="0">
                    <a:solidFill>
                      <a:schemeClr val="bg1">
                        <a:lumMod val="8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FBA181CB-BCFA-4CB0-9A40-6DA26D18D403}"/>
                  </a:ext>
                </a:extLst>
              </p:cNvPr>
              <p:cNvSpPr txBox="1"/>
              <p:nvPr/>
            </p:nvSpPr>
            <p:spPr>
              <a:xfrm>
                <a:off x="4722321" y="1436951"/>
                <a:ext cx="2610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24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fr-FR" b="1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5217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473790B-AF40-4949-A6DD-38B1A62DF5A1}"/>
              </a:ext>
            </a:extLst>
          </p:cNvPr>
          <p:cNvSpPr/>
          <p:nvPr/>
        </p:nvSpPr>
        <p:spPr>
          <a:xfrm>
            <a:off x="3207534" y="1785831"/>
            <a:ext cx="2536492" cy="454807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reflection stA="45000" endPos="65000" dist="50800" dir="5400000" sy="-100000" algn="bl" rotWithShape="0"/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7FE106B0-0811-481F-91F5-5D96589CD33B}"/>
              </a:ext>
            </a:extLst>
          </p:cNvPr>
          <p:cNvSpPr/>
          <p:nvPr/>
        </p:nvSpPr>
        <p:spPr>
          <a:xfrm>
            <a:off x="1712686" y="1028983"/>
            <a:ext cx="4662710" cy="979714"/>
          </a:xfrm>
          <a:prstGeom prst="roundRect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100000">
                <a:srgbClr val="FFFF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A6D44FC6-9516-4DE1-93BE-8FF6B991D724}"/>
              </a:ext>
            </a:extLst>
          </p:cNvPr>
          <p:cNvSpPr/>
          <p:nvPr/>
        </p:nvSpPr>
        <p:spPr>
          <a:xfrm>
            <a:off x="2936225" y="1226751"/>
            <a:ext cx="3327397" cy="562430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7F614EAB-D3D6-4ACD-80A0-5C2C2A31FE1B}"/>
              </a:ext>
            </a:extLst>
          </p:cNvPr>
          <p:cNvSpPr/>
          <p:nvPr/>
        </p:nvSpPr>
        <p:spPr>
          <a:xfrm>
            <a:off x="5958111" y="842731"/>
            <a:ext cx="972457" cy="5272368"/>
          </a:xfrm>
          <a:prstGeom prst="roundRect">
            <a:avLst/>
          </a:prstGeom>
          <a:noFill/>
          <a:ln w="76200">
            <a:gradFill>
              <a:gsLst>
                <a:gs pos="0">
                  <a:schemeClr val="bg1">
                    <a:lumMod val="85000"/>
                  </a:schemeClr>
                </a:gs>
                <a:gs pos="7400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</a:ln>
          <a:effectLst>
            <a:outerShdw blurRad="50800" dist="889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DD707479-5F97-4815-B622-CE6BAA9B4987}"/>
              </a:ext>
            </a:extLst>
          </p:cNvPr>
          <p:cNvSpPr/>
          <p:nvPr/>
        </p:nvSpPr>
        <p:spPr>
          <a:xfrm rot="5400000">
            <a:off x="5664196" y="1342568"/>
            <a:ext cx="791030" cy="370114"/>
          </a:xfrm>
          <a:prstGeom prst="roundRect">
            <a:avLst/>
          </a:prstGeom>
          <a:gradFill flip="none" rotWithShape="1">
            <a:gsLst>
              <a:gs pos="3000">
                <a:srgbClr val="FFC000"/>
              </a:gs>
              <a:gs pos="55000">
                <a:srgbClr val="FFFF00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45EF23-B45C-4E4C-8296-3396AD5909ED}"/>
              </a:ext>
            </a:extLst>
          </p:cNvPr>
          <p:cNvSpPr/>
          <p:nvPr/>
        </p:nvSpPr>
        <p:spPr>
          <a:xfrm>
            <a:off x="7413168" y="1823354"/>
            <a:ext cx="2536492" cy="454807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reflection stA="45000" endPos="65000" dist="50800" dir="5400000" sy="-100000" algn="bl" rotWithShape="0"/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C815B83-CDC9-40DD-B84E-DA0292FFBF55}"/>
              </a:ext>
            </a:extLst>
          </p:cNvPr>
          <p:cNvSpPr/>
          <p:nvPr/>
        </p:nvSpPr>
        <p:spPr>
          <a:xfrm rot="10800000">
            <a:off x="6643911" y="1052282"/>
            <a:ext cx="4532082" cy="979714"/>
          </a:xfrm>
          <a:prstGeom prst="roundRect">
            <a:avLst/>
          </a:prstGeom>
          <a:gradFill flip="none" rotWithShape="1">
            <a:gsLst>
              <a:gs pos="0">
                <a:srgbClr val="FF0066"/>
              </a:gs>
              <a:gs pos="100000">
                <a:srgbClr val="FF66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571AA12D-F154-45F4-A15D-742D3E007A51}"/>
              </a:ext>
            </a:extLst>
          </p:cNvPr>
          <p:cNvSpPr/>
          <p:nvPr/>
        </p:nvSpPr>
        <p:spPr>
          <a:xfrm rot="10800000">
            <a:off x="6781796" y="1260924"/>
            <a:ext cx="3167864" cy="562430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C51C5895-4CF1-4958-81D8-7C6701A82103}"/>
              </a:ext>
            </a:extLst>
          </p:cNvPr>
          <p:cNvSpPr/>
          <p:nvPr/>
        </p:nvSpPr>
        <p:spPr>
          <a:xfrm rot="16200000">
            <a:off x="6564081" y="1356889"/>
            <a:ext cx="791030" cy="370114"/>
          </a:xfrm>
          <a:prstGeom prst="roundRect">
            <a:avLst/>
          </a:prstGeom>
          <a:gradFill flip="none" rotWithShape="1">
            <a:gsLst>
              <a:gs pos="3000">
                <a:srgbClr val="FF6699"/>
              </a:gs>
              <a:gs pos="55000">
                <a:srgbClr val="FF0066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77E7928D-5C35-4177-8359-A4F25BEE2640}"/>
              </a:ext>
            </a:extLst>
          </p:cNvPr>
          <p:cNvCxnSpPr/>
          <p:nvPr/>
        </p:nvCxnSpPr>
        <p:spPr>
          <a:xfrm>
            <a:off x="3534229" y="1320800"/>
            <a:ext cx="0" cy="3773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ZoneTexte 16">
            <a:extLst>
              <a:ext uri="{FF2B5EF4-FFF2-40B4-BE49-F238E27FC236}">
                <a16:creationId xmlns:a16="http://schemas.microsoft.com/office/drawing/2014/main" id="{AC972C0A-0C6A-4A1B-A0C8-574511C11EC8}"/>
              </a:ext>
            </a:extLst>
          </p:cNvPr>
          <p:cNvSpPr txBox="1"/>
          <p:nvPr/>
        </p:nvSpPr>
        <p:spPr>
          <a:xfrm>
            <a:off x="3024600" y="1341891"/>
            <a:ext cx="5006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24CC469-4F4B-426C-A55E-32F070B8874B}"/>
              </a:ext>
            </a:extLst>
          </p:cNvPr>
          <p:cNvSpPr txBox="1"/>
          <p:nvPr/>
        </p:nvSpPr>
        <p:spPr>
          <a:xfrm>
            <a:off x="9467006" y="1341891"/>
            <a:ext cx="5006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E92AD348-1F05-4825-9B6C-E13EAFD617D6}"/>
              </a:ext>
            </a:extLst>
          </p:cNvPr>
          <p:cNvCxnSpPr/>
          <p:nvPr/>
        </p:nvCxnSpPr>
        <p:spPr>
          <a:xfrm>
            <a:off x="9448800" y="1320800"/>
            <a:ext cx="0" cy="4212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ZoneTexte 22">
            <a:extLst>
              <a:ext uri="{FF2B5EF4-FFF2-40B4-BE49-F238E27FC236}">
                <a16:creationId xmlns:a16="http://schemas.microsoft.com/office/drawing/2014/main" id="{8C4D8227-E329-4073-ACD9-3BEF256A2283}"/>
              </a:ext>
            </a:extLst>
          </p:cNvPr>
          <p:cNvSpPr txBox="1"/>
          <p:nvPr/>
        </p:nvSpPr>
        <p:spPr>
          <a:xfrm>
            <a:off x="3802745" y="1260924"/>
            <a:ext cx="1393359" cy="524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56F8A81-DD64-4D9E-927D-9D2B132FA19F}"/>
              </a:ext>
            </a:extLst>
          </p:cNvPr>
          <p:cNvSpPr txBox="1"/>
          <p:nvPr/>
        </p:nvSpPr>
        <p:spPr>
          <a:xfrm>
            <a:off x="8343899" y="1260924"/>
            <a:ext cx="1393359" cy="524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0A419EBB-75A3-4C58-A397-351DBA832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134" y="1086787"/>
            <a:ext cx="695576" cy="910318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0221E357-FA90-44BF-9C38-92ADF4CB04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3364" y="914063"/>
            <a:ext cx="1768736" cy="1329622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0E4F7569-60C1-461B-A702-2D2FED2C0E16}"/>
              </a:ext>
            </a:extLst>
          </p:cNvPr>
          <p:cNvSpPr/>
          <p:nvPr/>
        </p:nvSpPr>
        <p:spPr>
          <a:xfrm>
            <a:off x="3207534" y="3069990"/>
            <a:ext cx="2536492" cy="454807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reflection stA="45000" endPos="65000" dist="50800" dir="5400000" sy="-100000" algn="bl" rotWithShape="0"/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9AB16656-6E4B-4DEB-8016-441A8CDAC405}"/>
              </a:ext>
            </a:extLst>
          </p:cNvPr>
          <p:cNvSpPr/>
          <p:nvPr/>
        </p:nvSpPr>
        <p:spPr>
          <a:xfrm>
            <a:off x="1712686" y="2312542"/>
            <a:ext cx="4662710" cy="979714"/>
          </a:xfrm>
          <a:prstGeom prst="roundRect">
            <a:avLst/>
          </a:prstGeom>
          <a:gradFill flip="none" rotWithShape="1">
            <a:gsLst>
              <a:gs pos="0">
                <a:srgbClr val="008080"/>
              </a:gs>
              <a:gs pos="100000">
                <a:schemeClr val="accent6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B0A47DD1-52DB-41D1-8F76-A71CC7AFE05F}"/>
              </a:ext>
            </a:extLst>
          </p:cNvPr>
          <p:cNvSpPr/>
          <p:nvPr/>
        </p:nvSpPr>
        <p:spPr>
          <a:xfrm>
            <a:off x="2917371" y="2507560"/>
            <a:ext cx="3327397" cy="562430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BD74EB5E-A237-4EAA-9AB0-EBBF6E9C833E}"/>
              </a:ext>
            </a:extLst>
          </p:cNvPr>
          <p:cNvSpPr/>
          <p:nvPr/>
        </p:nvSpPr>
        <p:spPr>
          <a:xfrm rot="5400000">
            <a:off x="5664196" y="2626727"/>
            <a:ext cx="791030" cy="370114"/>
          </a:xfrm>
          <a:prstGeom prst="roundRect">
            <a:avLst/>
          </a:prstGeom>
          <a:gradFill flip="none" rotWithShape="1">
            <a:gsLst>
              <a:gs pos="3000">
                <a:srgbClr val="008080"/>
              </a:gs>
              <a:gs pos="55000">
                <a:schemeClr val="accent6">
                  <a:lumMod val="75000"/>
                </a:schemeClr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A1817FD-1D3A-4F53-ACB7-2A7274D1FE84}"/>
              </a:ext>
            </a:extLst>
          </p:cNvPr>
          <p:cNvSpPr/>
          <p:nvPr/>
        </p:nvSpPr>
        <p:spPr>
          <a:xfrm>
            <a:off x="7413168" y="3107513"/>
            <a:ext cx="2536492" cy="454807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reflection stA="45000" endPos="65000" dist="50800" dir="5400000" sy="-100000" algn="bl" rotWithShape="0"/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ED448575-308D-4EE4-9427-719F1C6E7AA2}"/>
              </a:ext>
            </a:extLst>
          </p:cNvPr>
          <p:cNvSpPr/>
          <p:nvPr/>
        </p:nvSpPr>
        <p:spPr>
          <a:xfrm rot="10800000">
            <a:off x="6643911" y="2336441"/>
            <a:ext cx="4532082" cy="979714"/>
          </a:xfrm>
          <a:prstGeom prst="roundRect">
            <a:avLst/>
          </a:prstGeom>
          <a:gradFill flip="none" rotWithShape="1">
            <a:gsLst>
              <a:gs pos="0">
                <a:srgbClr val="33CC33"/>
              </a:gs>
              <a:gs pos="100000">
                <a:srgbClr val="00FF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91962934-B8D8-4D6A-8DF9-729EDBFB9C63}"/>
              </a:ext>
            </a:extLst>
          </p:cNvPr>
          <p:cNvSpPr/>
          <p:nvPr/>
        </p:nvSpPr>
        <p:spPr>
          <a:xfrm rot="10800000">
            <a:off x="6781796" y="2545083"/>
            <a:ext cx="3167864" cy="562430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A83EE878-2A86-4110-9FC2-FF7F76D44588}"/>
              </a:ext>
            </a:extLst>
          </p:cNvPr>
          <p:cNvSpPr/>
          <p:nvPr/>
        </p:nvSpPr>
        <p:spPr>
          <a:xfrm rot="16200000">
            <a:off x="6564081" y="2641240"/>
            <a:ext cx="791030" cy="370114"/>
          </a:xfrm>
          <a:prstGeom prst="roundRect">
            <a:avLst/>
          </a:prstGeom>
          <a:gradFill flip="none" rotWithShape="1">
            <a:gsLst>
              <a:gs pos="3000">
                <a:srgbClr val="00FF99"/>
              </a:gs>
              <a:gs pos="55000">
                <a:srgbClr val="33CC33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11F83618-DBBB-4685-B886-C180194C0D59}"/>
              </a:ext>
            </a:extLst>
          </p:cNvPr>
          <p:cNvCxnSpPr/>
          <p:nvPr/>
        </p:nvCxnSpPr>
        <p:spPr>
          <a:xfrm>
            <a:off x="3534229" y="2604959"/>
            <a:ext cx="0" cy="3773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ZoneTexte 41">
            <a:extLst>
              <a:ext uri="{FF2B5EF4-FFF2-40B4-BE49-F238E27FC236}">
                <a16:creationId xmlns:a16="http://schemas.microsoft.com/office/drawing/2014/main" id="{038E481F-61EA-413B-B117-239630634B5B}"/>
              </a:ext>
            </a:extLst>
          </p:cNvPr>
          <p:cNvSpPr txBox="1"/>
          <p:nvPr/>
        </p:nvSpPr>
        <p:spPr>
          <a:xfrm>
            <a:off x="3024600" y="2626050"/>
            <a:ext cx="5006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45B33B20-F926-438B-BA8B-72FAF1D3E523}"/>
              </a:ext>
            </a:extLst>
          </p:cNvPr>
          <p:cNvSpPr txBox="1"/>
          <p:nvPr/>
        </p:nvSpPr>
        <p:spPr>
          <a:xfrm>
            <a:off x="9467006" y="2626050"/>
            <a:ext cx="5006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1E4CA876-0E79-47F9-BF82-DD9099BDCCB1}"/>
              </a:ext>
            </a:extLst>
          </p:cNvPr>
          <p:cNvCxnSpPr/>
          <p:nvPr/>
        </p:nvCxnSpPr>
        <p:spPr>
          <a:xfrm>
            <a:off x="9448800" y="2604959"/>
            <a:ext cx="0" cy="4212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40726434-797E-401E-BCF1-EBDE67498440}"/>
              </a:ext>
            </a:extLst>
          </p:cNvPr>
          <p:cNvSpPr txBox="1"/>
          <p:nvPr/>
        </p:nvSpPr>
        <p:spPr>
          <a:xfrm>
            <a:off x="3519770" y="2550785"/>
            <a:ext cx="2442023" cy="524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ED20C0FE-02B6-4A9C-B710-9113458ADC16}"/>
              </a:ext>
            </a:extLst>
          </p:cNvPr>
          <p:cNvSpPr txBox="1"/>
          <p:nvPr/>
        </p:nvSpPr>
        <p:spPr>
          <a:xfrm>
            <a:off x="8343899" y="2545083"/>
            <a:ext cx="1393359" cy="524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3FD02AA2-61CA-4E5C-98C0-BA98E57C2B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2134" y="2427675"/>
            <a:ext cx="695576" cy="796859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F5F80317-7E01-4981-BE40-17CA55DAE831}"/>
              </a:ext>
            </a:extLst>
          </p:cNvPr>
          <p:cNvSpPr/>
          <p:nvPr/>
        </p:nvSpPr>
        <p:spPr>
          <a:xfrm>
            <a:off x="3207534" y="4365141"/>
            <a:ext cx="2536492" cy="454807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reflection stA="45000" endPos="65000" dist="50800" dir="5400000" sy="-100000" algn="bl" rotWithShape="0"/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75E47A4B-4FDC-4B4E-A469-17CAECCCE6AA}"/>
              </a:ext>
            </a:extLst>
          </p:cNvPr>
          <p:cNvSpPr/>
          <p:nvPr/>
        </p:nvSpPr>
        <p:spPr>
          <a:xfrm>
            <a:off x="1712686" y="3611988"/>
            <a:ext cx="4662710" cy="979714"/>
          </a:xfrm>
          <a:prstGeom prst="roundRect">
            <a:avLst/>
          </a:prstGeom>
          <a:gradFill flip="none" rotWithShape="1">
            <a:gsLst>
              <a:gs pos="0">
                <a:srgbClr val="9900CC"/>
              </a:gs>
              <a:gs pos="100000">
                <a:srgbClr val="66006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EF375CC7-00CE-4458-B32C-B3D502865A9D}"/>
              </a:ext>
            </a:extLst>
          </p:cNvPr>
          <p:cNvSpPr/>
          <p:nvPr/>
        </p:nvSpPr>
        <p:spPr>
          <a:xfrm>
            <a:off x="2917371" y="3802711"/>
            <a:ext cx="3327397" cy="562430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430CF86E-D8D3-4ADF-8073-F6251C6C8ECB}"/>
              </a:ext>
            </a:extLst>
          </p:cNvPr>
          <p:cNvSpPr/>
          <p:nvPr/>
        </p:nvSpPr>
        <p:spPr>
          <a:xfrm rot="5400000">
            <a:off x="5664196" y="3921878"/>
            <a:ext cx="791030" cy="370114"/>
          </a:xfrm>
          <a:prstGeom prst="roundRect">
            <a:avLst/>
          </a:prstGeom>
          <a:gradFill flip="none" rotWithShape="1">
            <a:gsLst>
              <a:gs pos="3000">
                <a:srgbClr val="9900CC"/>
              </a:gs>
              <a:gs pos="55000">
                <a:srgbClr val="660066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A5936A5-753B-43C9-94DD-21DF418178AF}"/>
              </a:ext>
            </a:extLst>
          </p:cNvPr>
          <p:cNvSpPr/>
          <p:nvPr/>
        </p:nvSpPr>
        <p:spPr>
          <a:xfrm>
            <a:off x="7413168" y="4402664"/>
            <a:ext cx="2536492" cy="454807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reflection stA="45000" endPos="65000" dist="50800" dir="5400000" sy="-100000" algn="bl" rotWithShape="0"/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C9DE2959-ACD7-4BFE-B302-F223BFA50D54}"/>
              </a:ext>
            </a:extLst>
          </p:cNvPr>
          <p:cNvSpPr/>
          <p:nvPr/>
        </p:nvSpPr>
        <p:spPr>
          <a:xfrm rot="10800000">
            <a:off x="6643911" y="3631592"/>
            <a:ext cx="4532082" cy="979714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100000">
                <a:srgbClr val="FF505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C99966DD-50C5-40A9-B9E4-9DB57E09D8FE}"/>
              </a:ext>
            </a:extLst>
          </p:cNvPr>
          <p:cNvSpPr/>
          <p:nvPr/>
        </p:nvSpPr>
        <p:spPr>
          <a:xfrm rot="10800000">
            <a:off x="6781796" y="3840234"/>
            <a:ext cx="3167864" cy="562430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A52A53AF-8891-4BE5-9BF4-D5695CAF6A06}"/>
              </a:ext>
            </a:extLst>
          </p:cNvPr>
          <p:cNvSpPr/>
          <p:nvPr/>
        </p:nvSpPr>
        <p:spPr>
          <a:xfrm rot="16200000">
            <a:off x="6564081" y="3936391"/>
            <a:ext cx="791030" cy="370114"/>
          </a:xfrm>
          <a:prstGeom prst="roundRect">
            <a:avLst/>
          </a:prstGeom>
          <a:gradFill flip="none" rotWithShape="1">
            <a:gsLst>
              <a:gs pos="3000">
                <a:srgbClr val="FF5050"/>
              </a:gs>
              <a:gs pos="55000">
                <a:srgbClr val="FF0000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3C1C49D9-C904-4325-ABB9-AE6AE5522FF1}"/>
              </a:ext>
            </a:extLst>
          </p:cNvPr>
          <p:cNvCxnSpPr/>
          <p:nvPr/>
        </p:nvCxnSpPr>
        <p:spPr>
          <a:xfrm>
            <a:off x="3534229" y="3900110"/>
            <a:ext cx="0" cy="3773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ZoneTexte 56">
            <a:extLst>
              <a:ext uri="{FF2B5EF4-FFF2-40B4-BE49-F238E27FC236}">
                <a16:creationId xmlns:a16="http://schemas.microsoft.com/office/drawing/2014/main" id="{2FDC1C2E-565C-45BB-A6B2-1FE51EA0EA29}"/>
              </a:ext>
            </a:extLst>
          </p:cNvPr>
          <p:cNvSpPr txBox="1"/>
          <p:nvPr/>
        </p:nvSpPr>
        <p:spPr>
          <a:xfrm>
            <a:off x="3024600" y="3921201"/>
            <a:ext cx="5006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0CDD9A34-40F8-4EA4-A7FC-51DFE0E1A7C9}"/>
              </a:ext>
            </a:extLst>
          </p:cNvPr>
          <p:cNvSpPr txBox="1"/>
          <p:nvPr/>
        </p:nvSpPr>
        <p:spPr>
          <a:xfrm>
            <a:off x="9467006" y="3921201"/>
            <a:ext cx="5006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EE72B34F-3DC7-43F5-A4B2-880391396D90}"/>
              </a:ext>
            </a:extLst>
          </p:cNvPr>
          <p:cNvCxnSpPr/>
          <p:nvPr/>
        </p:nvCxnSpPr>
        <p:spPr>
          <a:xfrm>
            <a:off x="9448800" y="3900110"/>
            <a:ext cx="0" cy="4212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54E163AD-5D2B-45F0-9D66-A0C225349DC7}"/>
              </a:ext>
            </a:extLst>
          </p:cNvPr>
          <p:cNvSpPr txBox="1"/>
          <p:nvPr/>
        </p:nvSpPr>
        <p:spPr>
          <a:xfrm>
            <a:off x="3802745" y="3840235"/>
            <a:ext cx="1745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JQUERY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5F8E8BBF-F190-43C2-B127-3C3A2C6A02EE}"/>
              </a:ext>
            </a:extLst>
          </p:cNvPr>
          <p:cNvSpPr txBox="1"/>
          <p:nvPr/>
        </p:nvSpPr>
        <p:spPr>
          <a:xfrm>
            <a:off x="7113870" y="3916512"/>
            <a:ext cx="24692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</a:p>
        </p:txBody>
      </p:sp>
      <p:pic>
        <p:nvPicPr>
          <p:cNvPr id="62" name="Image 61">
            <a:extLst>
              <a:ext uri="{FF2B5EF4-FFF2-40B4-BE49-F238E27FC236}">
                <a16:creationId xmlns:a16="http://schemas.microsoft.com/office/drawing/2014/main" id="{BE7644F0-A685-46ED-8E2C-0F1C8734F7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72134" y="3773468"/>
            <a:ext cx="695576" cy="695576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A8D9808D-FF2B-4092-BC9D-FD33B73DB391}"/>
              </a:ext>
            </a:extLst>
          </p:cNvPr>
          <p:cNvSpPr/>
          <p:nvPr/>
        </p:nvSpPr>
        <p:spPr>
          <a:xfrm>
            <a:off x="3207534" y="5660292"/>
            <a:ext cx="2536492" cy="454807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reflection stA="45000" endPos="65000" dist="50800" dir="5400000" sy="-100000" algn="bl" rotWithShape="0"/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Rectangle : coins arrondis 63">
            <a:extLst>
              <a:ext uri="{FF2B5EF4-FFF2-40B4-BE49-F238E27FC236}">
                <a16:creationId xmlns:a16="http://schemas.microsoft.com/office/drawing/2014/main" id="{8ACCAC7D-9904-4450-91C7-5C84F4E069F2}"/>
              </a:ext>
            </a:extLst>
          </p:cNvPr>
          <p:cNvSpPr/>
          <p:nvPr/>
        </p:nvSpPr>
        <p:spPr>
          <a:xfrm>
            <a:off x="1712686" y="4926743"/>
            <a:ext cx="4662710" cy="979714"/>
          </a:xfrm>
          <a:prstGeom prst="roundRect">
            <a:avLst/>
          </a:prstGeom>
          <a:gradFill flip="none" rotWithShape="1">
            <a:gsLst>
              <a:gs pos="0">
                <a:srgbClr val="663300"/>
              </a:gs>
              <a:gs pos="100000">
                <a:srgbClr val="CC99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Rectangle : coins arrondis 64">
            <a:extLst>
              <a:ext uri="{FF2B5EF4-FFF2-40B4-BE49-F238E27FC236}">
                <a16:creationId xmlns:a16="http://schemas.microsoft.com/office/drawing/2014/main" id="{B3B452E1-C962-47B1-A860-F45AF71C29BF}"/>
              </a:ext>
            </a:extLst>
          </p:cNvPr>
          <p:cNvSpPr/>
          <p:nvPr/>
        </p:nvSpPr>
        <p:spPr>
          <a:xfrm>
            <a:off x="2917371" y="5097862"/>
            <a:ext cx="3327397" cy="562430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Rectangle : coins arrondis 65">
            <a:extLst>
              <a:ext uri="{FF2B5EF4-FFF2-40B4-BE49-F238E27FC236}">
                <a16:creationId xmlns:a16="http://schemas.microsoft.com/office/drawing/2014/main" id="{BE6EC72A-5CDE-4894-A11A-E46A675C2657}"/>
              </a:ext>
            </a:extLst>
          </p:cNvPr>
          <p:cNvSpPr/>
          <p:nvPr/>
        </p:nvSpPr>
        <p:spPr>
          <a:xfrm rot="5400000">
            <a:off x="5664196" y="5217029"/>
            <a:ext cx="791030" cy="370114"/>
          </a:xfrm>
          <a:prstGeom prst="roundRect">
            <a:avLst/>
          </a:prstGeom>
          <a:gradFill flip="none" rotWithShape="1">
            <a:gsLst>
              <a:gs pos="3000">
                <a:srgbClr val="CC9900"/>
              </a:gs>
              <a:gs pos="55000">
                <a:srgbClr val="663300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3A99F11-371B-4D6A-B023-95347330D22E}"/>
              </a:ext>
            </a:extLst>
          </p:cNvPr>
          <p:cNvSpPr/>
          <p:nvPr/>
        </p:nvSpPr>
        <p:spPr>
          <a:xfrm>
            <a:off x="7413168" y="5697815"/>
            <a:ext cx="2536492" cy="454807"/>
          </a:xfrm>
          <a:prstGeom prst="rect">
            <a:avLst/>
          </a:prstGeom>
          <a:solidFill>
            <a:schemeClr val="tx1">
              <a:alpha val="30000"/>
            </a:schemeClr>
          </a:solidFill>
          <a:ln>
            <a:noFill/>
          </a:ln>
          <a:effectLst>
            <a:reflection stA="45000" endPos="65000" dist="50800" dir="5400000" sy="-100000" algn="bl" rotWithShape="0"/>
            <a:softEdge rad="139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Rectangle : coins arrondis 67">
            <a:extLst>
              <a:ext uri="{FF2B5EF4-FFF2-40B4-BE49-F238E27FC236}">
                <a16:creationId xmlns:a16="http://schemas.microsoft.com/office/drawing/2014/main" id="{11C9AC46-839D-4B0B-A86E-DA0AC9B198FF}"/>
              </a:ext>
            </a:extLst>
          </p:cNvPr>
          <p:cNvSpPr/>
          <p:nvPr/>
        </p:nvSpPr>
        <p:spPr>
          <a:xfrm rot="10800000">
            <a:off x="6643911" y="4926743"/>
            <a:ext cx="4532082" cy="979714"/>
          </a:xfrm>
          <a:prstGeom prst="roundRect">
            <a:avLst/>
          </a:prstGeom>
          <a:gradFill flip="none" rotWithShape="1">
            <a:gsLst>
              <a:gs pos="0">
                <a:srgbClr val="EA580C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Rectangle : coins arrondis 68">
            <a:extLst>
              <a:ext uri="{FF2B5EF4-FFF2-40B4-BE49-F238E27FC236}">
                <a16:creationId xmlns:a16="http://schemas.microsoft.com/office/drawing/2014/main" id="{81279BA7-C6B8-46FC-827F-5407DA19481A}"/>
              </a:ext>
            </a:extLst>
          </p:cNvPr>
          <p:cNvSpPr/>
          <p:nvPr/>
        </p:nvSpPr>
        <p:spPr>
          <a:xfrm rot="10800000">
            <a:off x="6781796" y="5135385"/>
            <a:ext cx="3167864" cy="562430"/>
          </a:xfrm>
          <a:prstGeom prst="roundRect">
            <a:avLst/>
          </a:prstGeom>
          <a:gradFill>
            <a:gsLst>
              <a:gs pos="0">
                <a:schemeClr val="bg1">
                  <a:lumMod val="75000"/>
                </a:schemeClr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Rectangle : coins arrondis 69">
            <a:extLst>
              <a:ext uri="{FF2B5EF4-FFF2-40B4-BE49-F238E27FC236}">
                <a16:creationId xmlns:a16="http://schemas.microsoft.com/office/drawing/2014/main" id="{901B0AB5-9A1F-4C7C-89BC-30B273A31254}"/>
              </a:ext>
            </a:extLst>
          </p:cNvPr>
          <p:cNvSpPr/>
          <p:nvPr/>
        </p:nvSpPr>
        <p:spPr>
          <a:xfrm rot="16200000">
            <a:off x="6564081" y="5231542"/>
            <a:ext cx="791030" cy="370114"/>
          </a:xfrm>
          <a:prstGeom prst="roundRect">
            <a:avLst/>
          </a:prstGeom>
          <a:gradFill flip="none" rotWithShape="1">
            <a:gsLst>
              <a:gs pos="3000">
                <a:srgbClr val="EA580C"/>
              </a:gs>
              <a:gs pos="55000">
                <a:srgbClr val="EA580C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1" name="Connecteur droit 70">
            <a:extLst>
              <a:ext uri="{FF2B5EF4-FFF2-40B4-BE49-F238E27FC236}">
                <a16:creationId xmlns:a16="http://schemas.microsoft.com/office/drawing/2014/main" id="{5835EEF6-D2DE-42C4-84D0-A53FDF8E484C}"/>
              </a:ext>
            </a:extLst>
          </p:cNvPr>
          <p:cNvCxnSpPr/>
          <p:nvPr/>
        </p:nvCxnSpPr>
        <p:spPr>
          <a:xfrm>
            <a:off x="3534229" y="5195261"/>
            <a:ext cx="0" cy="3773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ZoneTexte 71">
            <a:extLst>
              <a:ext uri="{FF2B5EF4-FFF2-40B4-BE49-F238E27FC236}">
                <a16:creationId xmlns:a16="http://schemas.microsoft.com/office/drawing/2014/main" id="{7CE32A06-CB28-48AC-8460-0A26EA56BCA5}"/>
              </a:ext>
            </a:extLst>
          </p:cNvPr>
          <p:cNvSpPr txBox="1"/>
          <p:nvPr/>
        </p:nvSpPr>
        <p:spPr>
          <a:xfrm>
            <a:off x="3024600" y="5216352"/>
            <a:ext cx="5006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CFD5520D-E589-42B8-A420-B81C3D728F8B}"/>
              </a:ext>
            </a:extLst>
          </p:cNvPr>
          <p:cNvSpPr txBox="1"/>
          <p:nvPr/>
        </p:nvSpPr>
        <p:spPr>
          <a:xfrm>
            <a:off x="9467006" y="5216352"/>
            <a:ext cx="5006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</a:p>
        </p:txBody>
      </p: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AAF1524C-19A1-4BCE-8B5D-9EC58552D17D}"/>
              </a:ext>
            </a:extLst>
          </p:cNvPr>
          <p:cNvCxnSpPr/>
          <p:nvPr/>
        </p:nvCxnSpPr>
        <p:spPr>
          <a:xfrm>
            <a:off x="9448800" y="5195261"/>
            <a:ext cx="0" cy="4212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ZoneTexte 74">
            <a:extLst>
              <a:ext uri="{FF2B5EF4-FFF2-40B4-BE49-F238E27FC236}">
                <a16:creationId xmlns:a16="http://schemas.microsoft.com/office/drawing/2014/main" id="{27282AD0-3F58-48E6-96EF-F6FEC79E7A33}"/>
              </a:ext>
            </a:extLst>
          </p:cNvPr>
          <p:cNvSpPr txBox="1"/>
          <p:nvPr/>
        </p:nvSpPr>
        <p:spPr>
          <a:xfrm>
            <a:off x="3802745" y="5135384"/>
            <a:ext cx="14659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4D8C4342-422D-42CA-93BB-A58BA45BA57B}"/>
              </a:ext>
            </a:extLst>
          </p:cNvPr>
          <p:cNvSpPr txBox="1"/>
          <p:nvPr/>
        </p:nvSpPr>
        <p:spPr>
          <a:xfrm>
            <a:off x="8111673" y="5165656"/>
            <a:ext cx="13371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WAMP</a:t>
            </a:r>
          </a:p>
        </p:txBody>
      </p:sp>
      <p:pic>
        <p:nvPicPr>
          <p:cNvPr id="77" name="Image 76">
            <a:extLst>
              <a:ext uri="{FF2B5EF4-FFF2-40B4-BE49-F238E27FC236}">
                <a16:creationId xmlns:a16="http://schemas.microsoft.com/office/drawing/2014/main" id="{BF47C90A-FA8F-401A-9C2C-B301622F12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59712" y="4942345"/>
            <a:ext cx="927031" cy="927031"/>
          </a:xfrm>
          <a:prstGeom prst="rect">
            <a:avLst/>
          </a:prstGeom>
        </p:spPr>
      </p:pic>
      <p:pic>
        <p:nvPicPr>
          <p:cNvPr id="78" name="Image 77">
            <a:extLst>
              <a:ext uri="{FF2B5EF4-FFF2-40B4-BE49-F238E27FC236}">
                <a16:creationId xmlns:a16="http://schemas.microsoft.com/office/drawing/2014/main" id="{566B1765-C725-4F87-9ED3-891FF3FCD9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7806" y="2559121"/>
            <a:ext cx="898187" cy="616755"/>
          </a:xfrm>
          <a:prstGeom prst="rect">
            <a:avLst/>
          </a:prstGeom>
        </p:spPr>
      </p:pic>
      <p:pic>
        <p:nvPicPr>
          <p:cNvPr id="79" name="Image 78">
            <a:extLst>
              <a:ext uri="{FF2B5EF4-FFF2-40B4-BE49-F238E27FC236}">
                <a16:creationId xmlns:a16="http://schemas.microsoft.com/office/drawing/2014/main" id="{FD353672-56C3-44E7-AEB7-A4B7807C6B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05135" y="3759338"/>
            <a:ext cx="931802" cy="743112"/>
          </a:xfrm>
          <a:prstGeom prst="rect">
            <a:avLst/>
          </a:prstGeom>
        </p:spPr>
      </p:pic>
      <p:pic>
        <p:nvPicPr>
          <p:cNvPr id="80" name="Image 79">
            <a:extLst>
              <a:ext uri="{FF2B5EF4-FFF2-40B4-BE49-F238E27FC236}">
                <a16:creationId xmlns:a16="http://schemas.microsoft.com/office/drawing/2014/main" id="{A82FCD76-D89B-460C-8228-528CD9CBE9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62088" y="4762455"/>
            <a:ext cx="1382420" cy="1382420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9935173B-6A13-4FDA-BE37-28D4D133570A}"/>
              </a:ext>
            </a:extLst>
          </p:cNvPr>
          <p:cNvSpPr/>
          <p:nvPr/>
        </p:nvSpPr>
        <p:spPr>
          <a:xfrm>
            <a:off x="0" y="6237090"/>
            <a:ext cx="12192000" cy="627863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CE56B66-D0B3-42D2-81FB-50BBFAFB7957}"/>
              </a:ext>
            </a:extLst>
          </p:cNvPr>
          <p:cNvSpPr/>
          <p:nvPr/>
        </p:nvSpPr>
        <p:spPr>
          <a:xfrm rot="5400000">
            <a:off x="8430585" y="3077817"/>
            <a:ext cx="6864953" cy="677438"/>
          </a:xfrm>
          <a:prstGeom prst="rect">
            <a:avLst/>
          </a:prstGeom>
          <a:solidFill>
            <a:srgbClr val="FF9D00"/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C699806-C797-4A14-8D31-36090F00D280}"/>
              </a:ext>
            </a:extLst>
          </p:cNvPr>
          <p:cNvSpPr/>
          <p:nvPr/>
        </p:nvSpPr>
        <p:spPr>
          <a:xfrm>
            <a:off x="-22766" y="-48115"/>
            <a:ext cx="12214766" cy="44656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Octogone 84">
            <a:extLst>
              <a:ext uri="{FF2B5EF4-FFF2-40B4-BE49-F238E27FC236}">
                <a16:creationId xmlns:a16="http://schemas.microsoft.com/office/drawing/2014/main" id="{38C967E6-9FCB-4199-B8C8-6B93F0EDA4AE}"/>
              </a:ext>
            </a:extLst>
          </p:cNvPr>
          <p:cNvSpPr/>
          <p:nvPr/>
        </p:nvSpPr>
        <p:spPr>
          <a:xfrm>
            <a:off x="98963" y="1117015"/>
            <a:ext cx="1483095" cy="1509036"/>
          </a:xfrm>
          <a:prstGeom prst="octagon">
            <a:avLst/>
          </a:prstGeom>
          <a:solidFill>
            <a:srgbClr val="EA580C"/>
          </a:solidFill>
          <a:ln w="38100">
            <a:solidFill>
              <a:srgbClr val="EA58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1946ED74-3481-46B1-BC3D-E0C80D1460E9}"/>
              </a:ext>
            </a:extLst>
          </p:cNvPr>
          <p:cNvGrpSpPr/>
          <p:nvPr/>
        </p:nvGrpSpPr>
        <p:grpSpPr>
          <a:xfrm>
            <a:off x="860102" y="540870"/>
            <a:ext cx="4310668" cy="557383"/>
            <a:chOff x="652748" y="887073"/>
            <a:chExt cx="5511719" cy="812753"/>
          </a:xfrm>
          <a:solidFill>
            <a:srgbClr val="FFFF00"/>
          </a:solidFill>
        </p:grpSpPr>
        <p:cxnSp>
          <p:nvCxnSpPr>
            <p:cNvPr id="87" name="Connecteur droit 86">
              <a:extLst>
                <a:ext uri="{FF2B5EF4-FFF2-40B4-BE49-F238E27FC236}">
                  <a16:creationId xmlns:a16="http://schemas.microsoft.com/office/drawing/2014/main" id="{AD7B21BC-A425-40D3-9A7A-9C3E8DADAD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603" y="1116767"/>
              <a:ext cx="389980" cy="538681"/>
            </a:xfrm>
            <a:prstGeom prst="line">
              <a:avLst/>
            </a:prstGeom>
            <a:grp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Ellipse 87">
              <a:extLst>
                <a:ext uri="{FF2B5EF4-FFF2-40B4-BE49-F238E27FC236}">
                  <a16:creationId xmlns:a16="http://schemas.microsoft.com/office/drawing/2014/main" id="{E2D14CAD-24E8-4759-92D8-E0BD255DAC9E}"/>
                </a:ext>
              </a:extLst>
            </p:cNvPr>
            <p:cNvSpPr/>
            <p:nvPr/>
          </p:nvSpPr>
          <p:spPr>
            <a:xfrm>
              <a:off x="652748" y="1474973"/>
              <a:ext cx="179882" cy="22485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89" name="Connecteur droit 88">
              <a:extLst>
                <a:ext uri="{FF2B5EF4-FFF2-40B4-BE49-F238E27FC236}">
                  <a16:creationId xmlns:a16="http://schemas.microsoft.com/office/drawing/2014/main" id="{BC9DD04E-8FF1-4A16-B12B-8FE9331A38AE}"/>
                </a:ext>
              </a:extLst>
            </p:cNvPr>
            <p:cNvCxnSpPr>
              <a:cxnSpLocks/>
              <a:endCxn id="91" idx="2"/>
            </p:cNvCxnSpPr>
            <p:nvPr/>
          </p:nvCxnSpPr>
          <p:spPr>
            <a:xfrm>
              <a:off x="1060583" y="1116767"/>
              <a:ext cx="592538" cy="0"/>
            </a:xfrm>
            <a:prstGeom prst="line">
              <a:avLst/>
            </a:prstGeom>
            <a:grp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Rectangle : coins arrondis 89">
              <a:extLst>
                <a:ext uri="{FF2B5EF4-FFF2-40B4-BE49-F238E27FC236}">
                  <a16:creationId xmlns:a16="http://schemas.microsoft.com/office/drawing/2014/main" id="{248CDBAF-5971-42CC-BFD3-E3DD260F82E3}"/>
                </a:ext>
              </a:extLst>
            </p:cNvPr>
            <p:cNvSpPr/>
            <p:nvPr/>
          </p:nvSpPr>
          <p:spPr>
            <a:xfrm>
              <a:off x="1965847" y="887073"/>
              <a:ext cx="4198620" cy="587900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rgbClr val="FF0000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91" name="Ellipse 90">
              <a:extLst>
                <a:ext uri="{FF2B5EF4-FFF2-40B4-BE49-F238E27FC236}">
                  <a16:creationId xmlns:a16="http://schemas.microsoft.com/office/drawing/2014/main" id="{EFD596B3-3F67-4024-96C9-4746C5C238ED}"/>
                </a:ext>
              </a:extLst>
            </p:cNvPr>
            <p:cNvSpPr/>
            <p:nvPr/>
          </p:nvSpPr>
          <p:spPr>
            <a:xfrm>
              <a:off x="1653121" y="1004340"/>
              <a:ext cx="179882" cy="22485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pic>
        <p:nvPicPr>
          <p:cNvPr id="92" name="Image 91">
            <a:extLst>
              <a:ext uri="{FF2B5EF4-FFF2-40B4-BE49-F238E27FC236}">
                <a16:creationId xmlns:a16="http://schemas.microsoft.com/office/drawing/2014/main" id="{614EDDDC-F645-416A-BE58-655E036ACA8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92" y="1367764"/>
            <a:ext cx="1176163" cy="848942"/>
          </a:xfrm>
          <a:prstGeom prst="rect">
            <a:avLst/>
          </a:prstGeom>
        </p:spPr>
      </p:pic>
      <p:grpSp>
        <p:nvGrpSpPr>
          <p:cNvPr id="93" name="Groupe 92">
            <a:extLst>
              <a:ext uri="{FF2B5EF4-FFF2-40B4-BE49-F238E27FC236}">
                <a16:creationId xmlns:a16="http://schemas.microsoft.com/office/drawing/2014/main" id="{88642A9A-2731-4907-991B-F488F490834C}"/>
              </a:ext>
            </a:extLst>
          </p:cNvPr>
          <p:cNvGrpSpPr/>
          <p:nvPr/>
        </p:nvGrpSpPr>
        <p:grpSpPr>
          <a:xfrm>
            <a:off x="2022440" y="500456"/>
            <a:ext cx="3656752" cy="523220"/>
            <a:chOff x="140738" y="2880551"/>
            <a:chExt cx="4174608" cy="627344"/>
          </a:xfrm>
        </p:grpSpPr>
        <p:sp>
          <p:nvSpPr>
            <p:cNvPr id="94" name="ZoneTexte 93">
              <a:extLst>
                <a:ext uri="{FF2B5EF4-FFF2-40B4-BE49-F238E27FC236}">
                  <a16:creationId xmlns:a16="http://schemas.microsoft.com/office/drawing/2014/main" id="{2AAAFFD9-ED92-4E2D-BD6D-DE6FD5AC19E1}"/>
                </a:ext>
              </a:extLst>
            </p:cNvPr>
            <p:cNvSpPr txBox="1"/>
            <p:nvPr/>
          </p:nvSpPr>
          <p:spPr>
            <a:xfrm>
              <a:off x="140738" y="2880551"/>
              <a:ext cx="812815" cy="6273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b="1" dirty="0"/>
                <a:t>05</a:t>
              </a:r>
            </a:p>
          </p:txBody>
        </p:sp>
        <p:sp>
          <p:nvSpPr>
            <p:cNvPr id="95" name="ZoneTexte 94">
              <a:extLst>
                <a:ext uri="{FF2B5EF4-FFF2-40B4-BE49-F238E27FC236}">
                  <a16:creationId xmlns:a16="http://schemas.microsoft.com/office/drawing/2014/main" id="{6D56CA4F-AFB9-4AC5-AE8C-82D5B0A96267}"/>
                </a:ext>
              </a:extLst>
            </p:cNvPr>
            <p:cNvSpPr txBox="1"/>
            <p:nvPr/>
          </p:nvSpPr>
          <p:spPr>
            <a:xfrm>
              <a:off x="679752" y="2976138"/>
              <a:ext cx="3635594" cy="4797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IMPLEMENTATION</a:t>
              </a: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CCD0AD39-61F2-4654-8D6A-C588A7AFA5BC}"/>
              </a:ext>
            </a:extLst>
          </p:cNvPr>
          <p:cNvGrpSpPr/>
          <p:nvPr/>
        </p:nvGrpSpPr>
        <p:grpSpPr>
          <a:xfrm>
            <a:off x="-22766" y="398447"/>
            <a:ext cx="11514561" cy="5838262"/>
            <a:chOff x="-22766" y="398447"/>
            <a:chExt cx="11514561" cy="5838262"/>
          </a:xfrm>
        </p:grpSpPr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EDCBA1F1-AC50-45D1-AC93-282C73035508}"/>
                </a:ext>
              </a:extLst>
            </p:cNvPr>
            <p:cNvGrpSpPr/>
            <p:nvPr/>
          </p:nvGrpSpPr>
          <p:grpSpPr>
            <a:xfrm>
              <a:off x="-22766" y="398447"/>
              <a:ext cx="11514561" cy="5838262"/>
              <a:chOff x="0" y="373125"/>
              <a:chExt cx="11514561" cy="5838262"/>
            </a:xfrm>
          </p:grpSpPr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57616003-73A5-46A8-A080-2EADE415A5AF}"/>
                  </a:ext>
                </a:extLst>
              </p:cNvPr>
              <p:cNvSpPr txBox="1"/>
              <p:nvPr/>
            </p:nvSpPr>
            <p:spPr>
              <a:xfrm>
                <a:off x="0" y="373125"/>
                <a:ext cx="11514561" cy="583826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endParaRPr lang="fr-FR" dirty="0"/>
              </a:p>
            </p:txBody>
          </p:sp>
          <p:pic>
            <p:nvPicPr>
              <p:cNvPr id="96" name="Image 95">
                <a:extLst>
                  <a:ext uri="{FF2B5EF4-FFF2-40B4-BE49-F238E27FC236}">
                    <a16:creationId xmlns:a16="http://schemas.microsoft.com/office/drawing/2014/main" id="{819DCA58-E6BE-46AC-981A-7700B2FF02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458" y="475395"/>
                <a:ext cx="2660096" cy="2783000"/>
              </a:xfrm>
              <a:prstGeom prst="rect">
                <a:avLst/>
              </a:prstGeom>
            </p:spPr>
          </p:pic>
          <p:pic>
            <p:nvPicPr>
              <p:cNvPr id="97" name="Image 96">
                <a:extLst>
                  <a:ext uri="{FF2B5EF4-FFF2-40B4-BE49-F238E27FC236}">
                    <a16:creationId xmlns:a16="http://schemas.microsoft.com/office/drawing/2014/main" id="{390DA496-5D5F-40EB-A93B-CB30C92F5D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410816" y="4057231"/>
                <a:ext cx="2095500" cy="2095500"/>
              </a:xfrm>
              <a:prstGeom prst="rect">
                <a:avLst/>
              </a:prstGeom>
            </p:spPr>
          </p:pic>
          <p:sp>
            <p:nvSpPr>
              <p:cNvPr id="3" name="Ellipse 2">
                <a:extLst>
                  <a:ext uri="{FF2B5EF4-FFF2-40B4-BE49-F238E27FC236}">
                    <a16:creationId xmlns:a16="http://schemas.microsoft.com/office/drawing/2014/main" id="{D4CD3C2D-1648-4469-8333-F009063472AA}"/>
                  </a:ext>
                </a:extLst>
              </p:cNvPr>
              <p:cNvSpPr/>
              <p:nvPr/>
            </p:nvSpPr>
            <p:spPr>
              <a:xfrm>
                <a:off x="5017506" y="2389098"/>
                <a:ext cx="2156989" cy="2156989"/>
              </a:xfrm>
              <a:prstGeom prst="ellipse">
                <a:avLst/>
              </a:prstGeom>
              <a:solidFill>
                <a:srgbClr val="33CC33"/>
              </a:solidFill>
              <a:ln w="34925">
                <a:solidFill>
                  <a:schemeClr val="bg1">
                    <a:lumMod val="50000"/>
                  </a:schemeClr>
                </a:solidFill>
              </a:ln>
              <a:effectLst>
                <a:outerShdw blurRad="101600" dist="38100" dir="5400000" algn="t" rotWithShape="0">
                  <a:prstClr val="black">
                    <a:alpha val="40000"/>
                  </a:prstClr>
                </a:outerShdw>
                <a:softEdge rad="0"/>
              </a:effectLst>
              <a:scene3d>
                <a:camera prst="orthographicFront"/>
                <a:lightRig rig="harsh" dir="t"/>
              </a:scene3d>
              <a:sp3d>
                <a:bevelT prst="angle"/>
                <a:bevelB w="152400" h="508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7C74EE94-330E-4729-9277-520A73CE8F45}"/>
                </a:ext>
              </a:extLst>
            </p:cNvPr>
            <p:cNvSpPr txBox="1"/>
            <p:nvPr/>
          </p:nvSpPr>
          <p:spPr>
            <a:xfrm>
              <a:off x="5083068" y="3297836"/>
              <a:ext cx="20914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b="1" dirty="0">
                  <a:hlinkClick r:id="rId13" action="ppaction://hlinkfile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DEMONSTRATION</a:t>
              </a:r>
              <a:endParaRPr lang="fr-FR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78254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0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50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000"/>
                            </p:stCondLst>
                            <p:childTnLst>
                              <p:par>
                                <p:cTn id="146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500"/>
                            </p:stCondLst>
                            <p:childTnLst>
                              <p:par>
                                <p:cTn id="1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00"/>
                            </p:stCondLst>
                            <p:childTnLst>
                              <p:par>
                                <p:cTn id="168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000"/>
                            </p:stCondLst>
                            <p:childTnLst>
                              <p:par>
                                <p:cTn id="175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1500"/>
                            </p:stCondLst>
                            <p:childTnLst>
                              <p:par>
                                <p:cTn id="1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500"/>
                            </p:stCondLst>
                            <p:childTnLst>
                              <p:par>
                                <p:cTn id="197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1000"/>
                            </p:stCondLst>
                            <p:childTnLst>
                              <p:par>
                                <p:cTn id="204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500"/>
                            </p:stCondLst>
                            <p:childTnLst>
                              <p:par>
                                <p:cTn id="226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3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1500"/>
                            </p:stCondLst>
                            <p:childTnLst>
                              <p:par>
                                <p:cTn id="2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e 71">
            <a:extLst>
              <a:ext uri="{FF2B5EF4-FFF2-40B4-BE49-F238E27FC236}">
                <a16:creationId xmlns:a16="http://schemas.microsoft.com/office/drawing/2014/main" id="{2F36FD03-C0FC-43DA-8921-DE08ACBC5620}"/>
              </a:ext>
            </a:extLst>
          </p:cNvPr>
          <p:cNvGrpSpPr/>
          <p:nvPr/>
        </p:nvGrpSpPr>
        <p:grpSpPr>
          <a:xfrm>
            <a:off x="6006669" y="3067253"/>
            <a:ext cx="4373327" cy="754125"/>
            <a:chOff x="6006669" y="3067253"/>
            <a:chExt cx="4373327" cy="754125"/>
          </a:xfrm>
        </p:grpSpPr>
        <p:sp>
          <p:nvSpPr>
            <p:cNvPr id="62" name="Rectangle : coins arrondis 61">
              <a:extLst>
                <a:ext uri="{FF2B5EF4-FFF2-40B4-BE49-F238E27FC236}">
                  <a16:creationId xmlns:a16="http://schemas.microsoft.com/office/drawing/2014/main" id="{298A2755-90C2-4FE9-85E5-99A22D5A7901}"/>
                </a:ext>
              </a:extLst>
            </p:cNvPr>
            <p:cNvSpPr/>
            <p:nvPr/>
          </p:nvSpPr>
          <p:spPr>
            <a:xfrm>
              <a:off x="6006669" y="3067253"/>
              <a:ext cx="4373327" cy="754125"/>
            </a:xfrm>
            <a:prstGeom prst="roundRect">
              <a:avLst>
                <a:gd name="adj" fmla="val 50000"/>
              </a:avLst>
            </a:prstGeom>
            <a:solidFill>
              <a:srgbClr val="A6A6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37A5D22B-00A5-4482-84E7-73A41E0BC73F}"/>
                </a:ext>
              </a:extLst>
            </p:cNvPr>
            <p:cNvSpPr txBox="1"/>
            <p:nvPr/>
          </p:nvSpPr>
          <p:spPr>
            <a:xfrm>
              <a:off x="6981371" y="3259649"/>
              <a:ext cx="32948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GESTION DE STOCK</a:t>
              </a:r>
              <a:endParaRPr lang="fr-CM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1" name="Groupe 70">
            <a:extLst>
              <a:ext uri="{FF2B5EF4-FFF2-40B4-BE49-F238E27FC236}">
                <a16:creationId xmlns:a16="http://schemas.microsoft.com/office/drawing/2014/main" id="{4C675676-882B-4B5F-9BC7-EDCCA6F27689}"/>
              </a:ext>
            </a:extLst>
          </p:cNvPr>
          <p:cNvGrpSpPr/>
          <p:nvPr/>
        </p:nvGrpSpPr>
        <p:grpSpPr>
          <a:xfrm>
            <a:off x="4571210" y="1610957"/>
            <a:ext cx="4373327" cy="754125"/>
            <a:chOff x="4571210" y="1610957"/>
            <a:chExt cx="4373327" cy="754125"/>
          </a:xfrm>
        </p:grpSpPr>
        <p:sp>
          <p:nvSpPr>
            <p:cNvPr id="2" name="Rectangle : coins arrondis 1">
              <a:extLst>
                <a:ext uri="{FF2B5EF4-FFF2-40B4-BE49-F238E27FC236}">
                  <a16:creationId xmlns:a16="http://schemas.microsoft.com/office/drawing/2014/main" id="{ED5C8423-D846-4255-A8F0-8C287CF41578}"/>
                </a:ext>
              </a:extLst>
            </p:cNvPr>
            <p:cNvSpPr/>
            <p:nvPr/>
          </p:nvSpPr>
          <p:spPr>
            <a:xfrm>
              <a:off x="4571210" y="1610957"/>
              <a:ext cx="4373327" cy="754125"/>
            </a:xfrm>
            <a:prstGeom prst="roundRect">
              <a:avLst>
                <a:gd name="adj" fmla="val 50000"/>
              </a:avLst>
            </a:prstGeom>
            <a:solidFill>
              <a:srgbClr val="A6A6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B7DC6872-7AB4-4065-9A46-F982CBC41786}"/>
                </a:ext>
              </a:extLst>
            </p:cNvPr>
            <p:cNvSpPr txBox="1"/>
            <p:nvPr/>
          </p:nvSpPr>
          <p:spPr>
            <a:xfrm>
              <a:off x="5185306" y="1801605"/>
              <a:ext cx="307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APPLICATION MOBILE</a:t>
              </a:r>
              <a:endParaRPr lang="fr-CM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597E2E83-2346-4248-BC08-19EAB2C440D3}"/>
              </a:ext>
            </a:extLst>
          </p:cNvPr>
          <p:cNvGrpSpPr/>
          <p:nvPr/>
        </p:nvGrpSpPr>
        <p:grpSpPr>
          <a:xfrm>
            <a:off x="3288661" y="1478398"/>
            <a:ext cx="1813361" cy="2332904"/>
            <a:chOff x="3621412" y="1137649"/>
            <a:chExt cx="1813361" cy="2332904"/>
          </a:xfrm>
        </p:grpSpPr>
        <p:grpSp>
          <p:nvGrpSpPr>
            <p:cNvPr id="51" name="Groupe 50">
              <a:extLst>
                <a:ext uri="{FF2B5EF4-FFF2-40B4-BE49-F238E27FC236}">
                  <a16:creationId xmlns:a16="http://schemas.microsoft.com/office/drawing/2014/main" id="{07AD2698-C8BB-4435-9E0F-97E419CAF9BD}"/>
                </a:ext>
              </a:extLst>
            </p:cNvPr>
            <p:cNvGrpSpPr/>
            <p:nvPr/>
          </p:nvGrpSpPr>
          <p:grpSpPr>
            <a:xfrm rot="20742501">
              <a:off x="3621412" y="1137649"/>
              <a:ext cx="1813361" cy="2332904"/>
              <a:chOff x="4314880" y="915506"/>
              <a:chExt cx="1813361" cy="2332904"/>
            </a:xfrm>
          </p:grpSpPr>
          <p:sp>
            <p:nvSpPr>
              <p:cNvPr id="52" name="Forme libre : forme 51">
                <a:extLst>
                  <a:ext uri="{FF2B5EF4-FFF2-40B4-BE49-F238E27FC236}">
                    <a16:creationId xmlns:a16="http://schemas.microsoft.com/office/drawing/2014/main" id="{D2AAF81D-F9D1-4FFF-9981-78483B0BBD9F}"/>
                  </a:ext>
                </a:extLst>
              </p:cNvPr>
              <p:cNvSpPr/>
              <p:nvPr/>
            </p:nvSpPr>
            <p:spPr>
              <a:xfrm rot="18876340">
                <a:off x="3809484" y="1790617"/>
                <a:ext cx="1963189" cy="952398"/>
              </a:xfrm>
              <a:custGeom>
                <a:avLst/>
                <a:gdLst>
                  <a:gd name="connsiteX0" fmla="*/ 0 w 3240000"/>
                  <a:gd name="connsiteY0" fmla="*/ 0 h 1031597"/>
                  <a:gd name="connsiteX1" fmla="*/ 92650 w 3240000"/>
                  <a:gd name="connsiteY1" fmla="*/ 42475 h 1031597"/>
                  <a:gd name="connsiteX2" fmla="*/ 1620000 w 3240000"/>
                  <a:gd name="connsiteY2" fmla="*/ 306079 h 1031597"/>
                  <a:gd name="connsiteX3" fmla="*/ 3147351 w 3240000"/>
                  <a:gd name="connsiteY3" fmla="*/ 42475 h 1031597"/>
                  <a:gd name="connsiteX4" fmla="*/ 3240000 w 3240000"/>
                  <a:gd name="connsiteY4" fmla="*/ 0 h 1031597"/>
                  <a:gd name="connsiteX5" fmla="*/ 3240000 w 3240000"/>
                  <a:gd name="connsiteY5" fmla="*/ 6889 h 1031597"/>
                  <a:gd name="connsiteX6" fmla="*/ 3226216 w 3240000"/>
                  <a:gd name="connsiteY6" fmla="*/ 10921 h 1031597"/>
                  <a:gd name="connsiteX7" fmla="*/ 2864859 w 3240000"/>
                  <a:gd name="connsiteY7" fmla="*/ 524590 h 1031597"/>
                  <a:gd name="connsiteX8" fmla="*/ 3125715 w 3240000"/>
                  <a:gd name="connsiteY8" fmla="*/ 986860 h 1031597"/>
                  <a:gd name="connsiteX9" fmla="*/ 3213189 w 3240000"/>
                  <a:gd name="connsiteY9" fmla="*/ 1031597 h 1031597"/>
                  <a:gd name="connsiteX10" fmla="*/ 3182397 w 3240000"/>
                  <a:gd name="connsiteY10" fmla="*/ 1031597 h 1031597"/>
                  <a:gd name="connsiteX11" fmla="*/ 3147351 w 3240000"/>
                  <a:gd name="connsiteY11" fmla="*/ 1015530 h 1031597"/>
                  <a:gd name="connsiteX12" fmla="*/ 1620000 w 3240000"/>
                  <a:gd name="connsiteY12" fmla="*/ 751926 h 1031597"/>
                  <a:gd name="connsiteX13" fmla="*/ 92650 w 3240000"/>
                  <a:gd name="connsiteY13" fmla="*/ 1015530 h 1031597"/>
                  <a:gd name="connsiteX14" fmla="*/ 57603 w 3240000"/>
                  <a:gd name="connsiteY14" fmla="*/ 1031597 h 1031597"/>
                  <a:gd name="connsiteX15" fmla="*/ 0 w 3240000"/>
                  <a:gd name="connsiteY15" fmla="*/ 1031597 h 1031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240000" h="1031597">
                    <a:moveTo>
                      <a:pt x="0" y="0"/>
                    </a:moveTo>
                    <a:lnTo>
                      <a:pt x="92650" y="42475"/>
                    </a:lnTo>
                    <a:cubicBezTo>
                      <a:pt x="483533" y="205343"/>
                      <a:pt x="1023533" y="306079"/>
                      <a:pt x="1620000" y="306079"/>
                    </a:cubicBezTo>
                    <a:cubicBezTo>
                      <a:pt x="2216468" y="306079"/>
                      <a:pt x="2756468" y="205343"/>
                      <a:pt x="3147351" y="42475"/>
                    </a:cubicBezTo>
                    <a:lnTo>
                      <a:pt x="3240000" y="0"/>
                    </a:lnTo>
                    <a:lnTo>
                      <a:pt x="3240000" y="6889"/>
                    </a:lnTo>
                    <a:lnTo>
                      <a:pt x="3226216" y="10921"/>
                    </a:lnTo>
                    <a:cubicBezTo>
                      <a:pt x="3013862" y="95551"/>
                      <a:pt x="2864859" y="293675"/>
                      <a:pt x="2864859" y="524590"/>
                    </a:cubicBezTo>
                    <a:cubicBezTo>
                      <a:pt x="2864859" y="717019"/>
                      <a:pt x="2968333" y="886677"/>
                      <a:pt x="3125715" y="986860"/>
                    </a:cubicBezTo>
                    <a:lnTo>
                      <a:pt x="3213189" y="1031597"/>
                    </a:lnTo>
                    <a:lnTo>
                      <a:pt x="3182397" y="1031597"/>
                    </a:lnTo>
                    <a:lnTo>
                      <a:pt x="3147351" y="1015530"/>
                    </a:lnTo>
                    <a:cubicBezTo>
                      <a:pt x="2756468" y="852662"/>
                      <a:pt x="2216468" y="751926"/>
                      <a:pt x="1620000" y="751926"/>
                    </a:cubicBezTo>
                    <a:cubicBezTo>
                      <a:pt x="1023533" y="751926"/>
                      <a:pt x="483533" y="852662"/>
                      <a:pt x="92650" y="1015530"/>
                    </a:cubicBezTo>
                    <a:lnTo>
                      <a:pt x="57603" y="1031597"/>
                    </a:lnTo>
                    <a:lnTo>
                      <a:pt x="0" y="1031597"/>
                    </a:lnTo>
                    <a:close/>
                  </a:path>
                </a:pathLst>
              </a:custGeom>
              <a:gradFill flip="none" rotWithShape="1">
                <a:gsLst>
                  <a:gs pos="31000">
                    <a:srgbClr val="05BCFE"/>
                  </a:gs>
                  <a:gs pos="82000">
                    <a:srgbClr val="00B0F0"/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CM" dirty="0"/>
              </a:p>
            </p:txBody>
          </p:sp>
          <p:sp>
            <p:nvSpPr>
              <p:cNvPr id="53" name="Organigramme : Connecteur 52">
                <a:extLst>
                  <a:ext uri="{FF2B5EF4-FFF2-40B4-BE49-F238E27FC236}">
                    <a16:creationId xmlns:a16="http://schemas.microsoft.com/office/drawing/2014/main" id="{3D4BD073-9341-4D25-863E-FF7C736D2301}"/>
                  </a:ext>
                </a:extLst>
              </p:cNvPr>
              <p:cNvSpPr/>
              <p:nvPr/>
            </p:nvSpPr>
            <p:spPr>
              <a:xfrm>
                <a:off x="5097384" y="915507"/>
                <a:ext cx="1030856" cy="1026735"/>
              </a:xfrm>
              <a:prstGeom prst="flowChartConnec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M" dirty="0"/>
              </a:p>
            </p:txBody>
          </p:sp>
        </p:grpSp>
        <p:sp>
          <p:nvSpPr>
            <p:cNvPr id="55" name="Organigramme : Connecteur 54">
              <a:extLst>
                <a:ext uri="{FF2B5EF4-FFF2-40B4-BE49-F238E27FC236}">
                  <a16:creationId xmlns:a16="http://schemas.microsoft.com/office/drawing/2014/main" id="{F6309B60-F4F6-4B3C-A67D-904FFC50D8C1}"/>
                </a:ext>
              </a:extLst>
            </p:cNvPr>
            <p:cNvSpPr/>
            <p:nvPr/>
          </p:nvSpPr>
          <p:spPr>
            <a:xfrm>
              <a:off x="4418331" y="1193282"/>
              <a:ext cx="720000" cy="720000"/>
            </a:xfrm>
            <a:prstGeom prst="flowChartConnector">
              <a:avLst/>
            </a:prstGeom>
            <a:solidFill>
              <a:srgbClr val="00B0F0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M" dirty="0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0DAF89B5-7180-4AA7-BA8D-8A31EF333F26}"/>
              </a:ext>
            </a:extLst>
          </p:cNvPr>
          <p:cNvSpPr/>
          <p:nvPr/>
        </p:nvSpPr>
        <p:spPr>
          <a:xfrm>
            <a:off x="-22766" y="-26344"/>
            <a:ext cx="12214766" cy="44656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99BB77-7511-4753-8CEF-F37EBD0857B7}"/>
              </a:ext>
            </a:extLst>
          </p:cNvPr>
          <p:cNvSpPr/>
          <p:nvPr/>
        </p:nvSpPr>
        <p:spPr>
          <a:xfrm rot="5400000">
            <a:off x="8506785" y="3124988"/>
            <a:ext cx="6864953" cy="525038"/>
          </a:xfrm>
          <a:prstGeom prst="rect">
            <a:avLst/>
          </a:prstGeom>
          <a:solidFill>
            <a:srgbClr val="FF9D00"/>
          </a:solidFill>
          <a:ln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4BB8F1-F9CC-4D56-BA8F-2B540CFAA17F}"/>
              </a:ext>
            </a:extLst>
          </p:cNvPr>
          <p:cNvSpPr/>
          <p:nvPr/>
        </p:nvSpPr>
        <p:spPr>
          <a:xfrm>
            <a:off x="0" y="6237090"/>
            <a:ext cx="12192000" cy="627863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Octogone 6">
            <a:extLst>
              <a:ext uri="{FF2B5EF4-FFF2-40B4-BE49-F238E27FC236}">
                <a16:creationId xmlns:a16="http://schemas.microsoft.com/office/drawing/2014/main" id="{B5C2B527-E7A9-42BE-B901-09CDEE9E58E6}"/>
              </a:ext>
            </a:extLst>
          </p:cNvPr>
          <p:cNvSpPr/>
          <p:nvPr/>
        </p:nvSpPr>
        <p:spPr>
          <a:xfrm>
            <a:off x="116195" y="880897"/>
            <a:ext cx="1658107" cy="1362478"/>
          </a:xfrm>
          <a:prstGeom prst="octagon">
            <a:avLst/>
          </a:prstGeom>
          <a:solidFill>
            <a:srgbClr val="EA580C"/>
          </a:solidFill>
          <a:ln w="38100">
            <a:solidFill>
              <a:srgbClr val="EA58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E2D8FB14-F374-4179-BADF-D3C7D5DFF4B1}"/>
              </a:ext>
            </a:extLst>
          </p:cNvPr>
          <p:cNvGrpSpPr/>
          <p:nvPr/>
        </p:nvGrpSpPr>
        <p:grpSpPr>
          <a:xfrm>
            <a:off x="1680111" y="713116"/>
            <a:ext cx="5301260" cy="654876"/>
            <a:chOff x="652748" y="887073"/>
            <a:chExt cx="6315793" cy="812753"/>
          </a:xfrm>
          <a:solidFill>
            <a:srgbClr val="FFFF00"/>
          </a:solidFill>
        </p:grpSpPr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C06692C9-5E12-46C8-865D-91131EE935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0603" y="1116767"/>
              <a:ext cx="389980" cy="538681"/>
            </a:xfrm>
            <a:prstGeom prst="line">
              <a:avLst/>
            </a:prstGeom>
            <a:grpFill/>
            <a:ln w="28575">
              <a:solidFill>
                <a:srgbClr val="33CC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19357E77-7CE7-4A7B-A977-48E0AD23265D}"/>
                </a:ext>
              </a:extLst>
            </p:cNvPr>
            <p:cNvSpPr/>
            <p:nvPr/>
          </p:nvSpPr>
          <p:spPr>
            <a:xfrm>
              <a:off x="652748" y="1474973"/>
              <a:ext cx="179882" cy="224853"/>
            </a:xfrm>
            <a:prstGeom prst="ellipse">
              <a:avLst/>
            </a:prstGeom>
            <a:solidFill>
              <a:srgbClr val="33CC33"/>
            </a:solidFill>
            <a:ln>
              <a:solidFill>
                <a:srgbClr val="33CC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DFA66A3B-7DBF-44DE-9302-6AD45AC69E11}"/>
                </a:ext>
              </a:extLst>
            </p:cNvPr>
            <p:cNvCxnSpPr>
              <a:cxnSpLocks/>
              <a:endCxn id="13" idx="2"/>
            </p:cNvCxnSpPr>
            <p:nvPr/>
          </p:nvCxnSpPr>
          <p:spPr>
            <a:xfrm>
              <a:off x="1060583" y="1116767"/>
              <a:ext cx="592538" cy="0"/>
            </a:xfrm>
            <a:prstGeom prst="line">
              <a:avLst/>
            </a:prstGeom>
            <a:grpFill/>
            <a:ln w="28575">
              <a:solidFill>
                <a:srgbClr val="33CC3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 : coins arrondis 11">
              <a:extLst>
                <a:ext uri="{FF2B5EF4-FFF2-40B4-BE49-F238E27FC236}">
                  <a16:creationId xmlns:a16="http://schemas.microsoft.com/office/drawing/2014/main" id="{9315452C-FE0B-48D8-B041-6708610C1400}"/>
                </a:ext>
              </a:extLst>
            </p:cNvPr>
            <p:cNvSpPr/>
            <p:nvPr/>
          </p:nvSpPr>
          <p:spPr>
            <a:xfrm>
              <a:off x="1965847" y="887073"/>
              <a:ext cx="5002694" cy="587900"/>
            </a:xfrm>
            <a:prstGeom prst="roundRect">
              <a:avLst>
                <a:gd name="adj" fmla="val 50000"/>
              </a:avLst>
            </a:prstGeom>
            <a:noFill/>
            <a:ln w="28575">
              <a:solidFill>
                <a:srgbClr val="33CC33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5B2C5CE9-F6CE-44D9-95E8-958292E6C0D9}"/>
                </a:ext>
              </a:extLst>
            </p:cNvPr>
            <p:cNvSpPr/>
            <p:nvPr/>
          </p:nvSpPr>
          <p:spPr>
            <a:xfrm>
              <a:off x="1653121" y="1004340"/>
              <a:ext cx="179882" cy="224853"/>
            </a:xfrm>
            <a:prstGeom prst="ellipse">
              <a:avLst/>
            </a:prstGeom>
            <a:solidFill>
              <a:srgbClr val="33CC33"/>
            </a:solidFill>
            <a:ln>
              <a:solidFill>
                <a:srgbClr val="33CC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0EE56879-A4BA-454E-9E7A-0F5332A115E9}"/>
              </a:ext>
            </a:extLst>
          </p:cNvPr>
          <p:cNvGrpSpPr/>
          <p:nvPr/>
        </p:nvGrpSpPr>
        <p:grpSpPr>
          <a:xfrm>
            <a:off x="2882254" y="569518"/>
            <a:ext cx="4262331" cy="707886"/>
            <a:chOff x="140738" y="2880551"/>
            <a:chExt cx="4262331" cy="707886"/>
          </a:xfrm>
        </p:grpSpPr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582A8029-A4EE-476D-BBD3-07A439A60D10}"/>
                </a:ext>
              </a:extLst>
            </p:cNvPr>
            <p:cNvSpPr txBox="1"/>
            <p:nvPr/>
          </p:nvSpPr>
          <p:spPr>
            <a:xfrm>
              <a:off x="140738" y="2880551"/>
              <a:ext cx="8128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4000" b="1" dirty="0"/>
                <a:t>06</a:t>
              </a:r>
              <a:endParaRPr lang="fr-FR" sz="3200" b="1" dirty="0"/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55A7BC08-BA54-48D2-854A-CFCC17515A72}"/>
                </a:ext>
              </a:extLst>
            </p:cNvPr>
            <p:cNvSpPr txBox="1"/>
            <p:nvPr/>
          </p:nvSpPr>
          <p:spPr>
            <a:xfrm>
              <a:off x="767475" y="3028234"/>
              <a:ext cx="3635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/>
                <a:t>PERSPECTIVE ET AMELIORATION</a:t>
              </a:r>
            </a:p>
          </p:txBody>
        </p:sp>
      </p:grp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F19A4B53-8E49-466C-A142-D2CF39E64BA2}"/>
              </a:ext>
            </a:extLst>
          </p:cNvPr>
          <p:cNvGrpSpPr/>
          <p:nvPr/>
        </p:nvGrpSpPr>
        <p:grpSpPr>
          <a:xfrm>
            <a:off x="5656694" y="4882867"/>
            <a:ext cx="4373327" cy="754125"/>
            <a:chOff x="5656694" y="4882867"/>
            <a:chExt cx="4373327" cy="754125"/>
          </a:xfrm>
        </p:grpSpPr>
        <p:sp>
          <p:nvSpPr>
            <p:cNvPr id="63" name="Rectangle : coins arrondis 62">
              <a:extLst>
                <a:ext uri="{FF2B5EF4-FFF2-40B4-BE49-F238E27FC236}">
                  <a16:creationId xmlns:a16="http://schemas.microsoft.com/office/drawing/2014/main" id="{406F9199-00F2-46BD-A60E-5727DEA57C54}"/>
                </a:ext>
              </a:extLst>
            </p:cNvPr>
            <p:cNvSpPr/>
            <p:nvPr/>
          </p:nvSpPr>
          <p:spPr>
            <a:xfrm>
              <a:off x="5656694" y="4882867"/>
              <a:ext cx="4373327" cy="754125"/>
            </a:xfrm>
            <a:prstGeom prst="roundRect">
              <a:avLst>
                <a:gd name="adj" fmla="val 50000"/>
              </a:avLst>
            </a:prstGeom>
            <a:solidFill>
              <a:srgbClr val="A6A6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11C3BA19-931D-4B5C-AF53-6F64D5A0494C}"/>
                </a:ext>
              </a:extLst>
            </p:cNvPr>
            <p:cNvSpPr txBox="1"/>
            <p:nvPr/>
          </p:nvSpPr>
          <p:spPr>
            <a:xfrm>
              <a:off x="6394325" y="5122179"/>
              <a:ext cx="32904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SYSTÈME DE PAIEMENT</a:t>
              </a:r>
              <a:endParaRPr lang="fr-CM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5" name="Groupe 64">
            <a:extLst>
              <a:ext uri="{FF2B5EF4-FFF2-40B4-BE49-F238E27FC236}">
                <a16:creationId xmlns:a16="http://schemas.microsoft.com/office/drawing/2014/main" id="{96AC40F9-D4FD-47E4-AE3D-D583D815F7E5}"/>
              </a:ext>
            </a:extLst>
          </p:cNvPr>
          <p:cNvGrpSpPr/>
          <p:nvPr/>
        </p:nvGrpSpPr>
        <p:grpSpPr>
          <a:xfrm rot="2859007">
            <a:off x="4092488" y="3849843"/>
            <a:ext cx="1874834" cy="2332903"/>
            <a:chOff x="4581166" y="2039795"/>
            <a:chExt cx="1874834" cy="2332903"/>
          </a:xfrm>
        </p:grpSpPr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5010B4B2-5089-4DBA-B27A-34BA2365A347}"/>
                </a:ext>
              </a:extLst>
            </p:cNvPr>
            <p:cNvGrpSpPr/>
            <p:nvPr/>
          </p:nvGrpSpPr>
          <p:grpSpPr>
            <a:xfrm rot="1411124">
              <a:off x="4581166" y="2039795"/>
              <a:ext cx="1813360" cy="2332903"/>
              <a:chOff x="4314880" y="915507"/>
              <a:chExt cx="1813360" cy="2332903"/>
            </a:xfrm>
          </p:grpSpPr>
          <p:sp>
            <p:nvSpPr>
              <p:cNvPr id="36" name="Forme libre : forme 35">
                <a:extLst>
                  <a:ext uri="{FF2B5EF4-FFF2-40B4-BE49-F238E27FC236}">
                    <a16:creationId xmlns:a16="http://schemas.microsoft.com/office/drawing/2014/main" id="{FDD690EA-DD12-4880-9D37-158CB23D9BAA}"/>
                  </a:ext>
                </a:extLst>
              </p:cNvPr>
              <p:cNvSpPr/>
              <p:nvPr/>
            </p:nvSpPr>
            <p:spPr>
              <a:xfrm rot="18876340">
                <a:off x="3809484" y="1790617"/>
                <a:ext cx="1963189" cy="952398"/>
              </a:xfrm>
              <a:custGeom>
                <a:avLst/>
                <a:gdLst>
                  <a:gd name="connsiteX0" fmla="*/ 0 w 3240000"/>
                  <a:gd name="connsiteY0" fmla="*/ 0 h 1031597"/>
                  <a:gd name="connsiteX1" fmla="*/ 92650 w 3240000"/>
                  <a:gd name="connsiteY1" fmla="*/ 42475 h 1031597"/>
                  <a:gd name="connsiteX2" fmla="*/ 1620000 w 3240000"/>
                  <a:gd name="connsiteY2" fmla="*/ 306079 h 1031597"/>
                  <a:gd name="connsiteX3" fmla="*/ 3147351 w 3240000"/>
                  <a:gd name="connsiteY3" fmla="*/ 42475 h 1031597"/>
                  <a:gd name="connsiteX4" fmla="*/ 3240000 w 3240000"/>
                  <a:gd name="connsiteY4" fmla="*/ 0 h 1031597"/>
                  <a:gd name="connsiteX5" fmla="*/ 3240000 w 3240000"/>
                  <a:gd name="connsiteY5" fmla="*/ 6889 h 1031597"/>
                  <a:gd name="connsiteX6" fmla="*/ 3226216 w 3240000"/>
                  <a:gd name="connsiteY6" fmla="*/ 10921 h 1031597"/>
                  <a:gd name="connsiteX7" fmla="*/ 2864859 w 3240000"/>
                  <a:gd name="connsiteY7" fmla="*/ 524590 h 1031597"/>
                  <a:gd name="connsiteX8" fmla="*/ 3125715 w 3240000"/>
                  <a:gd name="connsiteY8" fmla="*/ 986860 h 1031597"/>
                  <a:gd name="connsiteX9" fmla="*/ 3213189 w 3240000"/>
                  <a:gd name="connsiteY9" fmla="*/ 1031597 h 1031597"/>
                  <a:gd name="connsiteX10" fmla="*/ 3182397 w 3240000"/>
                  <a:gd name="connsiteY10" fmla="*/ 1031597 h 1031597"/>
                  <a:gd name="connsiteX11" fmla="*/ 3147351 w 3240000"/>
                  <a:gd name="connsiteY11" fmla="*/ 1015530 h 1031597"/>
                  <a:gd name="connsiteX12" fmla="*/ 1620000 w 3240000"/>
                  <a:gd name="connsiteY12" fmla="*/ 751926 h 1031597"/>
                  <a:gd name="connsiteX13" fmla="*/ 92650 w 3240000"/>
                  <a:gd name="connsiteY13" fmla="*/ 1015530 h 1031597"/>
                  <a:gd name="connsiteX14" fmla="*/ 57603 w 3240000"/>
                  <a:gd name="connsiteY14" fmla="*/ 1031597 h 1031597"/>
                  <a:gd name="connsiteX15" fmla="*/ 0 w 3240000"/>
                  <a:gd name="connsiteY15" fmla="*/ 1031597 h 1031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240000" h="1031597">
                    <a:moveTo>
                      <a:pt x="0" y="0"/>
                    </a:moveTo>
                    <a:lnTo>
                      <a:pt x="92650" y="42475"/>
                    </a:lnTo>
                    <a:cubicBezTo>
                      <a:pt x="483533" y="205343"/>
                      <a:pt x="1023533" y="306079"/>
                      <a:pt x="1620000" y="306079"/>
                    </a:cubicBezTo>
                    <a:cubicBezTo>
                      <a:pt x="2216468" y="306079"/>
                      <a:pt x="2756468" y="205343"/>
                      <a:pt x="3147351" y="42475"/>
                    </a:cubicBezTo>
                    <a:lnTo>
                      <a:pt x="3240000" y="0"/>
                    </a:lnTo>
                    <a:lnTo>
                      <a:pt x="3240000" y="6889"/>
                    </a:lnTo>
                    <a:lnTo>
                      <a:pt x="3226216" y="10921"/>
                    </a:lnTo>
                    <a:cubicBezTo>
                      <a:pt x="3013862" y="95551"/>
                      <a:pt x="2864859" y="293675"/>
                      <a:pt x="2864859" y="524590"/>
                    </a:cubicBezTo>
                    <a:cubicBezTo>
                      <a:pt x="2864859" y="717019"/>
                      <a:pt x="2968333" y="886677"/>
                      <a:pt x="3125715" y="986860"/>
                    </a:cubicBezTo>
                    <a:lnTo>
                      <a:pt x="3213189" y="1031597"/>
                    </a:lnTo>
                    <a:lnTo>
                      <a:pt x="3182397" y="1031597"/>
                    </a:lnTo>
                    <a:lnTo>
                      <a:pt x="3147351" y="1015530"/>
                    </a:lnTo>
                    <a:cubicBezTo>
                      <a:pt x="2756468" y="852662"/>
                      <a:pt x="2216468" y="751926"/>
                      <a:pt x="1620000" y="751926"/>
                    </a:cubicBezTo>
                    <a:cubicBezTo>
                      <a:pt x="1023533" y="751926"/>
                      <a:pt x="483533" y="852662"/>
                      <a:pt x="92650" y="1015530"/>
                    </a:cubicBezTo>
                    <a:lnTo>
                      <a:pt x="57603" y="1031597"/>
                    </a:lnTo>
                    <a:lnTo>
                      <a:pt x="0" y="1031597"/>
                    </a:lnTo>
                    <a:close/>
                  </a:path>
                </a:pathLst>
              </a:custGeom>
              <a:gradFill>
                <a:gsLst>
                  <a:gs pos="31000">
                    <a:srgbClr val="FC8C34"/>
                  </a:gs>
                  <a:gs pos="82000">
                    <a:srgbClr val="FC8C34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CM" dirty="0"/>
              </a:p>
            </p:txBody>
          </p:sp>
          <p:sp>
            <p:nvSpPr>
              <p:cNvPr id="37" name="Organigramme : Connecteur 36">
                <a:extLst>
                  <a:ext uri="{FF2B5EF4-FFF2-40B4-BE49-F238E27FC236}">
                    <a16:creationId xmlns:a16="http://schemas.microsoft.com/office/drawing/2014/main" id="{59D44BCA-2151-4AA3-B345-5CD98A9C3970}"/>
                  </a:ext>
                </a:extLst>
              </p:cNvPr>
              <p:cNvSpPr/>
              <p:nvPr/>
            </p:nvSpPr>
            <p:spPr>
              <a:xfrm>
                <a:off x="5097384" y="915507"/>
                <a:ext cx="1030856" cy="1026735"/>
              </a:xfrm>
              <a:prstGeom prst="flowChartConnec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M" dirty="0"/>
              </a:p>
            </p:txBody>
          </p:sp>
        </p:grpSp>
        <p:sp>
          <p:nvSpPr>
            <p:cNvPr id="40" name="Organigramme : Connecteur 39">
              <a:extLst>
                <a:ext uri="{FF2B5EF4-FFF2-40B4-BE49-F238E27FC236}">
                  <a16:creationId xmlns:a16="http://schemas.microsoft.com/office/drawing/2014/main" id="{0D18D374-9B4C-40EB-913F-930691A37234}"/>
                </a:ext>
              </a:extLst>
            </p:cNvPr>
            <p:cNvSpPr/>
            <p:nvPr/>
          </p:nvSpPr>
          <p:spPr>
            <a:xfrm>
              <a:off x="5736000" y="2401139"/>
              <a:ext cx="720000" cy="720000"/>
            </a:xfrm>
            <a:prstGeom prst="flowChartConnector">
              <a:avLst/>
            </a:prstGeom>
            <a:gradFill>
              <a:gsLst>
                <a:gs pos="31000">
                  <a:srgbClr val="FC8C34"/>
                </a:gs>
                <a:gs pos="82000">
                  <a:srgbClr val="FC8C34"/>
                </a:gs>
              </a:gsLst>
              <a:lin ang="5400000" scaled="1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M" dirty="0"/>
            </a:p>
          </p:txBody>
        </p:sp>
      </p:grp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C745AB3F-02B3-448B-AF57-C4528B6D11E8}"/>
              </a:ext>
            </a:extLst>
          </p:cNvPr>
          <p:cNvGrpSpPr/>
          <p:nvPr/>
        </p:nvGrpSpPr>
        <p:grpSpPr>
          <a:xfrm rot="20440681">
            <a:off x="4206088" y="2803559"/>
            <a:ext cx="2332903" cy="1813360"/>
            <a:chOff x="4257605" y="3446864"/>
            <a:chExt cx="2332903" cy="1813360"/>
          </a:xfrm>
        </p:grpSpPr>
        <p:grpSp>
          <p:nvGrpSpPr>
            <p:cNvPr id="32" name="Groupe 31">
              <a:extLst>
                <a:ext uri="{FF2B5EF4-FFF2-40B4-BE49-F238E27FC236}">
                  <a16:creationId xmlns:a16="http://schemas.microsoft.com/office/drawing/2014/main" id="{8C386517-1B86-4AC2-AA7F-1675B88DE04C}"/>
                </a:ext>
              </a:extLst>
            </p:cNvPr>
            <p:cNvGrpSpPr/>
            <p:nvPr/>
          </p:nvGrpSpPr>
          <p:grpSpPr>
            <a:xfrm rot="3359999">
              <a:off x="4517377" y="3187092"/>
              <a:ext cx="1813360" cy="2332903"/>
              <a:chOff x="4314880" y="915507"/>
              <a:chExt cx="1813360" cy="2332903"/>
            </a:xfrm>
          </p:grpSpPr>
          <p:sp>
            <p:nvSpPr>
              <p:cNvPr id="33" name="Forme libre : forme 32">
                <a:extLst>
                  <a:ext uri="{FF2B5EF4-FFF2-40B4-BE49-F238E27FC236}">
                    <a16:creationId xmlns:a16="http://schemas.microsoft.com/office/drawing/2014/main" id="{96EB978B-D675-49BB-BB6F-EE079686E3B6}"/>
                  </a:ext>
                </a:extLst>
              </p:cNvPr>
              <p:cNvSpPr/>
              <p:nvPr/>
            </p:nvSpPr>
            <p:spPr>
              <a:xfrm rot="18876340">
                <a:off x="3809484" y="1790617"/>
                <a:ext cx="1963189" cy="952398"/>
              </a:xfrm>
              <a:custGeom>
                <a:avLst/>
                <a:gdLst>
                  <a:gd name="connsiteX0" fmla="*/ 0 w 3240000"/>
                  <a:gd name="connsiteY0" fmla="*/ 0 h 1031597"/>
                  <a:gd name="connsiteX1" fmla="*/ 92650 w 3240000"/>
                  <a:gd name="connsiteY1" fmla="*/ 42475 h 1031597"/>
                  <a:gd name="connsiteX2" fmla="*/ 1620000 w 3240000"/>
                  <a:gd name="connsiteY2" fmla="*/ 306079 h 1031597"/>
                  <a:gd name="connsiteX3" fmla="*/ 3147351 w 3240000"/>
                  <a:gd name="connsiteY3" fmla="*/ 42475 h 1031597"/>
                  <a:gd name="connsiteX4" fmla="*/ 3240000 w 3240000"/>
                  <a:gd name="connsiteY4" fmla="*/ 0 h 1031597"/>
                  <a:gd name="connsiteX5" fmla="*/ 3240000 w 3240000"/>
                  <a:gd name="connsiteY5" fmla="*/ 6889 h 1031597"/>
                  <a:gd name="connsiteX6" fmla="*/ 3226216 w 3240000"/>
                  <a:gd name="connsiteY6" fmla="*/ 10921 h 1031597"/>
                  <a:gd name="connsiteX7" fmla="*/ 2864859 w 3240000"/>
                  <a:gd name="connsiteY7" fmla="*/ 524590 h 1031597"/>
                  <a:gd name="connsiteX8" fmla="*/ 3125715 w 3240000"/>
                  <a:gd name="connsiteY8" fmla="*/ 986860 h 1031597"/>
                  <a:gd name="connsiteX9" fmla="*/ 3213189 w 3240000"/>
                  <a:gd name="connsiteY9" fmla="*/ 1031597 h 1031597"/>
                  <a:gd name="connsiteX10" fmla="*/ 3182397 w 3240000"/>
                  <a:gd name="connsiteY10" fmla="*/ 1031597 h 1031597"/>
                  <a:gd name="connsiteX11" fmla="*/ 3147351 w 3240000"/>
                  <a:gd name="connsiteY11" fmla="*/ 1015530 h 1031597"/>
                  <a:gd name="connsiteX12" fmla="*/ 1620000 w 3240000"/>
                  <a:gd name="connsiteY12" fmla="*/ 751926 h 1031597"/>
                  <a:gd name="connsiteX13" fmla="*/ 92650 w 3240000"/>
                  <a:gd name="connsiteY13" fmla="*/ 1015530 h 1031597"/>
                  <a:gd name="connsiteX14" fmla="*/ 57603 w 3240000"/>
                  <a:gd name="connsiteY14" fmla="*/ 1031597 h 1031597"/>
                  <a:gd name="connsiteX15" fmla="*/ 0 w 3240000"/>
                  <a:gd name="connsiteY15" fmla="*/ 1031597 h 1031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240000" h="1031597">
                    <a:moveTo>
                      <a:pt x="0" y="0"/>
                    </a:moveTo>
                    <a:lnTo>
                      <a:pt x="92650" y="42475"/>
                    </a:lnTo>
                    <a:cubicBezTo>
                      <a:pt x="483533" y="205343"/>
                      <a:pt x="1023533" y="306079"/>
                      <a:pt x="1620000" y="306079"/>
                    </a:cubicBezTo>
                    <a:cubicBezTo>
                      <a:pt x="2216468" y="306079"/>
                      <a:pt x="2756468" y="205343"/>
                      <a:pt x="3147351" y="42475"/>
                    </a:cubicBezTo>
                    <a:lnTo>
                      <a:pt x="3240000" y="0"/>
                    </a:lnTo>
                    <a:lnTo>
                      <a:pt x="3240000" y="6889"/>
                    </a:lnTo>
                    <a:lnTo>
                      <a:pt x="3226216" y="10921"/>
                    </a:lnTo>
                    <a:cubicBezTo>
                      <a:pt x="3013862" y="95551"/>
                      <a:pt x="2864859" y="293675"/>
                      <a:pt x="2864859" y="524590"/>
                    </a:cubicBezTo>
                    <a:cubicBezTo>
                      <a:pt x="2864859" y="717019"/>
                      <a:pt x="2968333" y="886677"/>
                      <a:pt x="3125715" y="986860"/>
                    </a:cubicBezTo>
                    <a:lnTo>
                      <a:pt x="3213189" y="1031597"/>
                    </a:lnTo>
                    <a:lnTo>
                      <a:pt x="3182397" y="1031597"/>
                    </a:lnTo>
                    <a:lnTo>
                      <a:pt x="3147351" y="1015530"/>
                    </a:lnTo>
                    <a:cubicBezTo>
                      <a:pt x="2756468" y="852662"/>
                      <a:pt x="2216468" y="751926"/>
                      <a:pt x="1620000" y="751926"/>
                    </a:cubicBezTo>
                    <a:cubicBezTo>
                      <a:pt x="1023533" y="751926"/>
                      <a:pt x="483533" y="852662"/>
                      <a:pt x="92650" y="1015530"/>
                    </a:cubicBezTo>
                    <a:lnTo>
                      <a:pt x="57603" y="1031597"/>
                    </a:lnTo>
                    <a:lnTo>
                      <a:pt x="0" y="1031597"/>
                    </a:lnTo>
                    <a:close/>
                  </a:path>
                </a:pathLst>
              </a:custGeom>
              <a:gradFill>
                <a:gsLst>
                  <a:gs pos="31000">
                    <a:srgbClr val="FF0000"/>
                  </a:gs>
                  <a:gs pos="82000">
                    <a:srgbClr val="FF0000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fr-CM" dirty="0"/>
              </a:p>
            </p:txBody>
          </p:sp>
          <p:sp>
            <p:nvSpPr>
              <p:cNvPr id="34" name="Organigramme : Connecteur 33">
                <a:extLst>
                  <a:ext uri="{FF2B5EF4-FFF2-40B4-BE49-F238E27FC236}">
                    <a16:creationId xmlns:a16="http://schemas.microsoft.com/office/drawing/2014/main" id="{004A9989-016A-4275-AD31-96AFB37F081B}"/>
                  </a:ext>
                </a:extLst>
              </p:cNvPr>
              <p:cNvSpPr/>
              <p:nvPr/>
            </p:nvSpPr>
            <p:spPr>
              <a:xfrm>
                <a:off x="5097384" y="915507"/>
                <a:ext cx="1030856" cy="1026735"/>
              </a:xfrm>
              <a:prstGeom prst="flowChartConnector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CM" dirty="0"/>
              </a:p>
            </p:txBody>
          </p:sp>
        </p:grpSp>
        <p:sp>
          <p:nvSpPr>
            <p:cNvPr id="41" name="Organigramme : Connecteur 40">
              <a:extLst>
                <a:ext uri="{FF2B5EF4-FFF2-40B4-BE49-F238E27FC236}">
                  <a16:creationId xmlns:a16="http://schemas.microsoft.com/office/drawing/2014/main" id="{95B320E4-7355-4608-B4B8-8E5D40B5C38C}"/>
                </a:ext>
              </a:extLst>
            </p:cNvPr>
            <p:cNvSpPr/>
            <p:nvPr/>
          </p:nvSpPr>
          <p:spPr>
            <a:xfrm>
              <a:off x="5852962" y="3941588"/>
              <a:ext cx="720000" cy="720000"/>
            </a:xfrm>
            <a:prstGeom prst="flowChartConnector">
              <a:avLst/>
            </a:prstGeom>
            <a:gradFill>
              <a:gsLst>
                <a:gs pos="31000">
                  <a:srgbClr val="FF0000"/>
                </a:gs>
                <a:gs pos="82000">
                  <a:srgbClr val="FF0000"/>
                </a:gs>
              </a:gsLst>
              <a:lin ang="5400000" scaled="1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M" dirty="0"/>
            </a:p>
          </p:txBody>
        </p:sp>
      </p:grpSp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59F902E8-1C32-46DD-BD0F-F11C9C079B8C}"/>
              </a:ext>
            </a:extLst>
          </p:cNvPr>
          <p:cNvSpPr/>
          <p:nvPr/>
        </p:nvSpPr>
        <p:spPr>
          <a:xfrm rot="12891545">
            <a:off x="2725521" y="4545336"/>
            <a:ext cx="684000" cy="156058"/>
          </a:xfrm>
          <a:prstGeom prst="roundRect">
            <a:avLst>
              <a:gd name="adj" fmla="val 50000"/>
            </a:avLst>
          </a:prstGeom>
          <a:gradFill>
            <a:gsLst>
              <a:gs pos="31000">
                <a:srgbClr val="FC8C34"/>
              </a:gs>
              <a:gs pos="82000">
                <a:srgbClr val="FC8C34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21452351-DF9B-4E74-A197-42256C6050E6}"/>
              </a:ext>
            </a:extLst>
          </p:cNvPr>
          <p:cNvSpPr/>
          <p:nvPr/>
        </p:nvSpPr>
        <p:spPr>
          <a:xfrm rot="18503690">
            <a:off x="2495190" y="3247653"/>
            <a:ext cx="684000" cy="162000"/>
          </a:xfrm>
          <a:prstGeom prst="roundRect">
            <a:avLst>
              <a:gd name="adj" fmla="val 50000"/>
            </a:avLst>
          </a:prstGeom>
          <a:solidFill>
            <a:srgbClr val="03B7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EB8DC1F3-49BD-49DD-B18F-5B8699A4C9FC}"/>
              </a:ext>
            </a:extLst>
          </p:cNvPr>
          <p:cNvSpPr/>
          <p:nvPr/>
        </p:nvSpPr>
        <p:spPr>
          <a:xfrm rot="15120967">
            <a:off x="2337779" y="3954245"/>
            <a:ext cx="684000" cy="162000"/>
          </a:xfrm>
          <a:prstGeom prst="roundRect">
            <a:avLst>
              <a:gd name="adj" fmla="val 50000"/>
            </a:avLst>
          </a:prstGeom>
          <a:gradFill>
            <a:gsLst>
              <a:gs pos="31000">
                <a:srgbClr val="FF0000"/>
              </a:gs>
              <a:gs pos="82000">
                <a:srgbClr val="FF0000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M" dirty="0"/>
          </a:p>
        </p:txBody>
      </p: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05C93D8A-BA02-4D7C-9161-FB529264B28C}"/>
              </a:ext>
            </a:extLst>
          </p:cNvPr>
          <p:cNvGrpSpPr/>
          <p:nvPr/>
        </p:nvGrpSpPr>
        <p:grpSpPr>
          <a:xfrm>
            <a:off x="2679779" y="3026178"/>
            <a:ext cx="1953906" cy="1655841"/>
            <a:chOff x="2679779" y="3026178"/>
            <a:chExt cx="1953906" cy="1655841"/>
          </a:xfrm>
        </p:grpSpPr>
        <p:sp>
          <p:nvSpPr>
            <p:cNvPr id="66" name="Ellipse 65">
              <a:extLst>
                <a:ext uri="{FF2B5EF4-FFF2-40B4-BE49-F238E27FC236}">
                  <a16:creationId xmlns:a16="http://schemas.microsoft.com/office/drawing/2014/main" id="{D11D34B0-2440-4F0C-ABB0-82FF8DB9B4B8}"/>
                </a:ext>
              </a:extLst>
            </p:cNvPr>
            <p:cNvSpPr/>
            <p:nvPr/>
          </p:nvSpPr>
          <p:spPr>
            <a:xfrm>
              <a:off x="2725691" y="3026178"/>
              <a:ext cx="1655841" cy="1655841"/>
            </a:xfrm>
            <a:prstGeom prst="ellipse">
              <a:avLst/>
            </a:prstGeom>
            <a:solidFill>
              <a:srgbClr val="A6A6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0" name="ZoneTexte 59">
              <a:extLst>
                <a:ext uri="{FF2B5EF4-FFF2-40B4-BE49-F238E27FC236}">
                  <a16:creationId xmlns:a16="http://schemas.microsoft.com/office/drawing/2014/main" id="{376C62D9-AEC9-4018-B7AF-7F979916C957}"/>
                </a:ext>
              </a:extLst>
            </p:cNvPr>
            <p:cNvSpPr txBox="1"/>
            <p:nvPr/>
          </p:nvSpPr>
          <p:spPr>
            <a:xfrm>
              <a:off x="2780090" y="3378095"/>
              <a:ext cx="18535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PERSPECTIVE</a:t>
              </a:r>
              <a:r>
                <a:rPr lang="fr-F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endParaRPr lang="fr-CM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ZoneTexte 66">
              <a:extLst>
                <a:ext uri="{FF2B5EF4-FFF2-40B4-BE49-F238E27FC236}">
                  <a16:creationId xmlns:a16="http://schemas.microsoft.com/office/drawing/2014/main" id="{145D49E3-1521-4A15-BD85-CCD67C141721}"/>
                </a:ext>
              </a:extLst>
            </p:cNvPr>
            <p:cNvSpPr txBox="1"/>
            <p:nvPr/>
          </p:nvSpPr>
          <p:spPr>
            <a:xfrm>
              <a:off x="3287706" y="3692933"/>
              <a:ext cx="4724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</a:t>
              </a:r>
              <a:r>
                <a:rPr lang="fr-F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endParaRPr lang="fr-CM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ZoneTexte 67">
              <a:extLst>
                <a:ext uri="{FF2B5EF4-FFF2-40B4-BE49-F238E27FC236}">
                  <a16:creationId xmlns:a16="http://schemas.microsoft.com/office/drawing/2014/main" id="{52E98A87-AFA1-4ABC-B58E-036E0AF9C7A0}"/>
                </a:ext>
              </a:extLst>
            </p:cNvPr>
            <p:cNvSpPr txBox="1"/>
            <p:nvPr/>
          </p:nvSpPr>
          <p:spPr>
            <a:xfrm>
              <a:off x="2679779" y="3917986"/>
              <a:ext cx="18535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AMELIORATION</a:t>
              </a:r>
              <a:r>
                <a:rPr lang="fr-F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endParaRPr lang="fr-CM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69" name="Image 68">
            <a:extLst>
              <a:ext uri="{FF2B5EF4-FFF2-40B4-BE49-F238E27FC236}">
                <a16:creationId xmlns:a16="http://schemas.microsoft.com/office/drawing/2014/main" id="{3858BAFC-F451-4369-ADF6-9843CF125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20" y="923714"/>
            <a:ext cx="1317361" cy="112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378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6" grpId="0" animBg="1"/>
      <p:bldP spid="4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altLang="ja-JP" dirty="0">
                <a:solidFill>
                  <a:schemeClr val="accent2"/>
                </a:solidFill>
              </a:rPr>
              <a:t>Merci pour votre aimable </a:t>
            </a:r>
            <a:r>
              <a:rPr lang="en-US" altLang="ja-JP" dirty="0">
                <a:solidFill>
                  <a:schemeClr val="accent2"/>
                </a:solidFill>
              </a:rPr>
              <a:t>attention !</a:t>
            </a:r>
            <a:endParaRPr kumimoji="1" lang="ja-JP" altLang="en-US" dirty="0">
              <a:solidFill>
                <a:schemeClr val="accent2"/>
              </a:solidFill>
            </a:endParaRPr>
          </a:p>
        </p:txBody>
      </p:sp>
      <p:sp>
        <p:nvSpPr>
          <p:cNvPr id="8" name="サブタイトル 7"/>
          <p:cNvSpPr>
            <a:spLocks noGrp="1"/>
          </p:cNvSpPr>
          <p:nvPr>
            <p:ph type="subTitle" idx="1"/>
          </p:nvPr>
        </p:nvSpPr>
        <p:spPr>
          <a:xfrm>
            <a:off x="176993" y="5685251"/>
            <a:ext cx="11823031" cy="1008112"/>
          </a:xfrm>
        </p:spPr>
        <p:txBody>
          <a:bodyPr>
            <a:normAutofit/>
          </a:bodyPr>
          <a:lstStyle/>
          <a:p>
            <a:r>
              <a:rPr lang="en-US" altLang="ja-JP" sz="1600" dirty="0">
                <a:solidFill>
                  <a:srgbClr val="00B050"/>
                </a:solidFill>
                <a:latin typeface="Comic Sans MS" panose="030F0702030302020204" pitchFamily="66" charset="0"/>
              </a:rPr>
              <a:t>IUG/ISTA-Cameroun</a:t>
            </a:r>
          </a:p>
          <a:p>
            <a:r>
              <a:rPr lang="fr-FR" altLang="ja-JP" sz="1600" dirty="0">
                <a:solidFill>
                  <a:srgbClr val="00B050"/>
                </a:solidFill>
                <a:latin typeface="Comic Sans MS" panose="030F0702030302020204" pitchFamily="66" charset="0"/>
              </a:rPr>
              <a:t>Année</a:t>
            </a:r>
            <a:r>
              <a:rPr lang="en-US" altLang="ja-JP" sz="1600" dirty="0">
                <a:solidFill>
                  <a:srgbClr val="00B050"/>
                </a:solidFill>
                <a:latin typeface="Comic Sans MS" panose="030F0702030302020204" pitchFamily="66" charset="0"/>
              </a:rPr>
              <a:t> </a:t>
            </a:r>
            <a:r>
              <a:rPr lang="fr-FR" altLang="ja-JP" sz="1600" dirty="0">
                <a:solidFill>
                  <a:srgbClr val="00B050"/>
                </a:solidFill>
                <a:latin typeface="Comic Sans MS" panose="030F0702030302020204" pitchFamily="66" charset="0"/>
              </a:rPr>
              <a:t>Académique</a:t>
            </a:r>
            <a:r>
              <a:rPr lang="en-US" altLang="ja-JP" sz="1600" dirty="0">
                <a:solidFill>
                  <a:srgbClr val="00B050"/>
                </a:solidFill>
                <a:latin typeface="Comic Sans MS" panose="030F0702030302020204" pitchFamily="66" charset="0"/>
              </a:rPr>
              <a:t> 2025-2026</a:t>
            </a:r>
            <a:endParaRPr lang="ja-JP" altLang="en-US" sz="1600" dirty="0">
              <a:solidFill>
                <a:srgbClr val="00B05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3316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2748</TotalTime>
  <Words>276</Words>
  <Application>Microsoft Office PowerPoint</Application>
  <PresentationFormat>Grand écran</PresentationFormat>
  <Paragraphs>112</Paragraphs>
  <Slides>10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Comic Sans MS</vt:lpstr>
      <vt:lpstr>Rage Italic</vt:lpstr>
      <vt:lpstr>Route 159 UltraLight</vt:lpstr>
      <vt:lpstr>Times New Roman</vt:lpstr>
      <vt:lpstr>Thème Office</vt:lpstr>
      <vt:lpstr>Présentation PowerPoint</vt:lpstr>
      <vt:lpstr>Soyez les bienvenus !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Merci pour votre aimable attention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VADECK</dc:creator>
  <cp:lastModifiedBy>VADECK</cp:lastModifiedBy>
  <cp:revision>98</cp:revision>
  <dcterms:created xsi:type="dcterms:W3CDTF">2026-04-02T07:01:57Z</dcterms:created>
  <dcterms:modified xsi:type="dcterms:W3CDTF">2026-04-12T15:34:08Z</dcterms:modified>
</cp:coreProperties>
</file>