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1" r:id="rId2"/>
    <p:sldId id="279" r:id="rId3"/>
    <p:sldId id="280" r:id="rId4"/>
    <p:sldId id="281" r:id="rId5"/>
    <p:sldId id="282" r:id="rId6"/>
    <p:sldId id="283" r:id="rId7"/>
    <p:sldId id="284" r:id="rId8"/>
    <p:sldId id="370" r:id="rId9"/>
    <p:sldId id="369" r:id="rId10"/>
    <p:sldId id="285" r:id="rId11"/>
    <p:sldId id="368" r:id="rId12"/>
    <p:sldId id="3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BA5CE9B2-4B9F-4AD3-B50D-C0DB56877A6C}">
          <p14:sldIdLst>
            <p14:sldId id="261"/>
            <p14:sldId id="279"/>
            <p14:sldId id="280"/>
            <p14:sldId id="281"/>
            <p14:sldId id="282"/>
            <p14:sldId id="283"/>
            <p14:sldId id="284"/>
            <p14:sldId id="370"/>
            <p14:sldId id="369"/>
            <p14:sldId id="285"/>
            <p14:sldId id="368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  <a:srgbClr val="FFFFFF"/>
    <a:srgbClr val="9C6A6A"/>
    <a:srgbClr val="FCF4DC"/>
    <a:srgbClr val="F8EED5"/>
    <a:srgbClr val="EC7016"/>
    <a:srgbClr val="F4A973"/>
    <a:srgbClr val="F7C6A2"/>
    <a:srgbClr val="F89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7" autoAdjust="0"/>
    <p:restoredTop sz="94237" autoAdjust="0"/>
  </p:normalViewPr>
  <p:slideViewPr>
    <p:cSldViewPr snapToGrid="0">
      <p:cViewPr>
        <p:scale>
          <a:sx n="66" d="100"/>
          <a:sy n="66" d="100"/>
        </p:scale>
        <p:origin x="1277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EA60F-9F1B-465B-901F-6390E4F4BE15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7F68F-C8B2-48EA-AE4E-86A328D89F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011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baseline="0" dirty="0">
                <a:latin typeface="+mn-lt"/>
              </a:rPr>
              <a:t> </a:t>
            </a:r>
            <a:endParaRPr lang="fr-FR" sz="1800" dirty="0">
              <a:latin typeface="+mn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4F288-1C22-443F-87CB-5FBC88650FBA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1554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Ce stage</a:t>
            </a:r>
            <a:r>
              <a:rPr lang="fr-FR" baseline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F288-1C22-443F-87CB-5FBC88650FBA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3212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7F68F-C8B2-48EA-AE4E-86A328D89FA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638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F288-1C22-443F-87CB-5FBC88650FBA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587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52D42-E7E2-B773-78FE-3034D33B3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46DAF08-0582-BC63-AC37-8472DDCB4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D2734E-12E1-2C79-AC5E-07011016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12FE56-751F-0CC8-6AF1-3FAE75B7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76F45F-2767-9524-512A-298AF7BC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37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7F6A43-C3E8-C90B-FDBD-578F09F3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8F304A-EEFA-48A4-FF0D-0AEC2B1BC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9A72E7-B489-8FFF-D4F6-AF57454C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960D85-D0F3-1FB9-7AE7-8A52B99F4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0DB924-D508-00B7-67B8-50F39B4E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95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0A8CF9-3F6E-9689-F4A3-ECB67675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AB74F6-CF1E-CDAD-2824-CD694FE44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F2A3E2-20CD-49D6-17BE-BD91D69DE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904C7A-F59C-376D-509E-7D5D0744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A3FBBF-7C43-5089-0125-A0264D15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52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41196-790B-A891-B855-F46CA3E14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36A98-450C-9679-6692-8F5170D2A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E99EB2-EBA2-2862-F4FD-BCF7D9BE3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8A06D7-14A1-2570-83F4-066BB94C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DD841D-F30E-2748-BE99-5B1D4B42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8BEE70-977C-51F7-758A-80E179B1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265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2CFC51-4B4C-DCCA-AAD7-730F67EC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296C2A-8DCF-E1FF-4FE6-01FFDCB69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F7BDC8-C703-1411-E871-0D308B7F6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B27F8A6-4EDB-4042-73AA-58B07BB36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C0B438D-F384-B510-DBE0-A060E2DC3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77792A6-8E24-DAA1-F020-2EBC9CEE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744BCE-BBAF-693F-BA7C-358CDE1A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FA1C846-B3BB-C03D-6F70-0E1E14FD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22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10AFB0-74A1-F8F3-0FD7-59B0110A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FC3FB2-222D-354C-A8ED-ADEC1031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F1504F-EB0D-BE46-C95D-BF672AD4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AA0208-E11E-1A23-1503-F7F4F476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86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ED42ACE-DD0C-6B34-1F8E-FC1F3C7A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A93BC72-7656-F61E-45AF-42EB711C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AAFC13-D4B8-5E3C-38DB-9CA18674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56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FC1202-1AD8-4D35-0862-AD6BF09A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A7CAAB-EFF9-4E48-E6DC-99699B2FB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FBA1A2-B52B-83B5-B6DB-9253F5887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119E23-2325-A905-16CF-AFFDA5D4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DA6C57-B9CF-37E0-66C9-D9D29227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E35F4C-1BCF-5BC0-BA10-6D36C92C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1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AE42A-F881-0F66-B0EE-E5183602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585CABE-92FA-CD06-D3FC-7D9998B15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4EE547-301F-FA25-BF4B-8474B7CA8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5E9059-6396-FBE5-8395-EB036F6DF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01F6A2-F34A-FB95-C589-29DD833C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9D56D8-8279-CA96-52E0-3FD4C49F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87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8A111-6106-AD49-D13D-F0D1972B5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356312-9F64-DF61-F98E-5A939AA41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5E4AA1-21DF-540B-45A6-FBB6EFB1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84C0DF-9FD6-23A9-3C33-88A574DF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805A55-47B5-C067-2B62-908FA3EB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88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318DC04-A31E-E053-1646-95B72724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8B73126-9F39-072C-D9A5-407CE3F93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489EA5-4AAA-1A64-6CFE-F82B164F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DA10A9-177A-4C84-4DF9-D5A06F1D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4A36C5-8C37-10C0-7DE4-1FB649CE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516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4415471" y="1613249"/>
            <a:ext cx="3360000" cy="3360292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4295315" y="1493395"/>
            <a:ext cx="3600312" cy="36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4175471" y="1373228"/>
            <a:ext cx="3840000" cy="3840333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4055471" y="1253218"/>
            <a:ext cx="4080000" cy="4080354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3935471" y="1133207"/>
            <a:ext cx="4320000" cy="4320375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3815273" y="1013395"/>
            <a:ext cx="4560396" cy="456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4400" y="2648572"/>
            <a:ext cx="10363200" cy="1057333"/>
          </a:xfrm>
        </p:spPr>
        <p:txBody>
          <a:bodyPr anchor="t">
            <a:noAutofit/>
          </a:bodyPr>
          <a:lstStyle>
            <a:lvl1pPr algn="ctr">
              <a:defRPr sz="64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910974" y="3669060"/>
            <a:ext cx="10370052" cy="576031"/>
          </a:xfrm>
        </p:spPr>
        <p:txBody>
          <a:bodyPr anchor="b">
            <a:noAutofit/>
          </a:bodyPr>
          <a:lstStyle>
            <a:lvl1pPr algn="ctr">
              <a:defRPr sz="2667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910974" y="5685251"/>
            <a:ext cx="10370052" cy="1008112"/>
          </a:xfrm>
        </p:spPr>
        <p:txBody>
          <a:bodyPr>
            <a:normAutofit/>
          </a:bodyPr>
          <a:lstStyle>
            <a:lvl1pPr marL="0" indent="0" algn="ctr">
              <a:buNone/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544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4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5730640" y="5397219"/>
            <a:ext cx="725488" cy="125685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4693247" y="1661411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0" name="円/楕円 39"/>
          <p:cNvSpPr/>
          <p:nvPr userDrawn="1"/>
        </p:nvSpPr>
        <p:spPr>
          <a:xfrm>
            <a:off x="5436378" y="1661411"/>
            <a:ext cx="576114" cy="576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1" name="円/楕円 40"/>
          <p:cNvSpPr/>
          <p:nvPr userDrawn="1"/>
        </p:nvSpPr>
        <p:spPr>
          <a:xfrm>
            <a:off x="6179508" y="1661411"/>
            <a:ext cx="576114" cy="576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2" name="円/楕円 41"/>
          <p:cNvSpPr/>
          <p:nvPr userDrawn="1"/>
        </p:nvSpPr>
        <p:spPr>
          <a:xfrm>
            <a:off x="6922638" y="1661411"/>
            <a:ext cx="576114" cy="5760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520547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FFAA5BD-FDD8-3F55-F8F1-092CB7259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E17FF2-AC3E-28E9-4C91-3DA7B2597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9B12BB-0CEC-3F91-C617-46DA54FC6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A521A-1E4F-4E08-8A69-A993D640547A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D7839F-7D01-2FAD-5B95-C0D1CC1EB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B7B276-913F-5142-4EB6-579486CE5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7502E-23DF-4A88-A424-CB6A17B93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79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jpe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gif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Soyez les bienvenus !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/>
          </p:nvPr>
        </p:nvSpPr>
        <p:spPr>
          <a:xfrm>
            <a:off x="903482" y="4583460"/>
            <a:ext cx="10370052" cy="576031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>
                <a:latin typeface="Rage Italic" panose="03070502040507070304" pitchFamily="66" charset="0"/>
              </a:rPr>
              <a:t>à Notre </a:t>
            </a:r>
            <a:r>
              <a:rPr kumimoji="1" lang="en-US" altLang="ja-JP" dirty="0" err="1">
                <a:latin typeface="Rage Italic" panose="03070502040507070304" pitchFamily="66" charset="0"/>
              </a:rPr>
              <a:t>Soutenance</a:t>
            </a:r>
            <a:endParaRPr kumimoji="1" lang="ja-JP" altLang="en-US" dirty="0">
              <a:latin typeface="Rage Italic" panose="03070502040507070304" pitchFamily="66" charset="0"/>
            </a:endParaRPr>
          </a:p>
        </p:txBody>
      </p:sp>
      <p:sp>
        <p:nvSpPr>
          <p:cNvPr id="8" name="サブタイトル 7"/>
          <p:cNvSpPr>
            <a:spLocks noGrp="1"/>
          </p:cNvSpPr>
          <p:nvPr>
            <p:ph type="subTitle" idx="1"/>
          </p:nvPr>
        </p:nvSpPr>
        <p:spPr>
          <a:xfrm>
            <a:off x="176993" y="5685251"/>
            <a:ext cx="11823031" cy="1008112"/>
          </a:xfrm>
        </p:spPr>
        <p:txBody>
          <a:bodyPr>
            <a:normAutofit/>
          </a:bodyPr>
          <a:lstStyle/>
          <a:p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IUES/INSAM-Cameroun</a:t>
            </a:r>
          </a:p>
          <a:p>
            <a:r>
              <a:rPr lang="fr-FR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Année</a:t>
            </a:r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en-US" altLang="ja-JP" sz="1600" dirty="0" err="1">
                <a:solidFill>
                  <a:srgbClr val="00B050"/>
                </a:solidFill>
                <a:latin typeface="Comic Sans MS" panose="030F0702030302020204" pitchFamily="66" charset="0"/>
              </a:rPr>
              <a:t>Académique</a:t>
            </a:r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2025-2026</a:t>
            </a:r>
            <a:endParaRPr lang="ja-JP" altLang="en-US" sz="1600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04239" y="1400862"/>
            <a:ext cx="44611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Institut </a:t>
            </a:r>
            <a:r>
              <a:rPr lang="fr-FR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UNIVERSITAIRE DES STRATEGIES DE L’ESTUAIRE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Représentation du Cameroun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01353" y="4033998"/>
            <a:ext cx="95892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fr-FR" sz="2000" dirty="0">
                <a:solidFill>
                  <a:prstClr val="black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Projet  de BTS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option « </a:t>
            </a:r>
            <a:r>
              <a:rPr lang="fr-FR" sz="2000" b="1" dirty="0">
                <a:solidFill>
                  <a:prstClr val="black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Génie Logiciel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».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74703" y="5433051"/>
            <a:ext cx="19848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Sous l’encadrement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104044" y="5158189"/>
            <a:ext cx="362961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Académique de 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M.</a:t>
            </a:r>
            <a:r>
              <a:rPr lang="fr-FR" sz="1800" b="1" dirty="0">
                <a:effectLst/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TEJIOGNI MARC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Enseignant </a:t>
            </a:r>
            <a:r>
              <a:rPr lang="fr-FR" sz="2400" dirty="0">
                <a:solidFill>
                  <a:prstClr val="black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de programmation 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uban vers le bas 22"/>
          <p:cNvSpPr/>
          <p:nvPr/>
        </p:nvSpPr>
        <p:spPr>
          <a:xfrm>
            <a:off x="2738569" y="6216291"/>
            <a:ext cx="6257108" cy="548640"/>
          </a:xfrm>
          <a:prstGeom prst="ribb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Année académique : 2025-2026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1438743" y="5749230"/>
            <a:ext cx="76421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EC2841-885C-42C0-A8EF-7F2746B3F95D}" type="slidenum">
              <a:rPr kumimoji="0" lang="fr-F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Agency FB" panose="020B0503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Agency FB" panose="020B0503020202020204" pitchFamily="34" charset="0"/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2114218" y="1939517"/>
            <a:ext cx="8216469" cy="2111461"/>
            <a:chOff x="16662" y="0"/>
            <a:chExt cx="6334126" cy="1553346"/>
          </a:xfrm>
        </p:grpSpPr>
        <p:sp>
          <p:nvSpPr>
            <p:cNvPr id="16" name="Trapèze 15"/>
            <p:cNvSpPr/>
            <p:nvPr/>
          </p:nvSpPr>
          <p:spPr>
            <a:xfrm>
              <a:off x="16662" y="896121"/>
              <a:ext cx="6334126" cy="657225"/>
            </a:xfrm>
            <a:prstGeom prst="trapezoid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95275" y="0"/>
              <a:ext cx="5760239" cy="1455089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0"/>
                </a:spcAft>
              </a:pPr>
              <a:r>
                <a:rPr lang="fr-FR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fr-FR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0"/>
                </a:spcAft>
              </a:pPr>
              <a:r>
                <a:rPr lang="fr-FR" sz="2800" b="1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DEVELOPEMENT D’UNE PLATEFORME DE LOCALISATION ET DE RESERVATION DANS LES RESTAURANTS </a:t>
              </a:r>
              <a:endParaRPr lang="fr-FR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A016EAD3-4209-3BBE-00F4-D495405C0B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83" t="39194" r="56935" b="41705"/>
          <a:stretch/>
        </p:blipFill>
        <p:spPr bwMode="auto">
          <a:xfrm>
            <a:off x="816629" y="1232381"/>
            <a:ext cx="1304291" cy="169608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170327-0B2A-F6E1-4E6D-A24390184D8F}"/>
              </a:ext>
            </a:extLst>
          </p:cNvPr>
          <p:cNvSpPr/>
          <p:nvPr/>
        </p:nvSpPr>
        <p:spPr>
          <a:xfrm>
            <a:off x="-565235" y="-1"/>
            <a:ext cx="764215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A1BF8A-4BB2-91C7-F9CD-3052BEEAFA5C}"/>
              </a:ext>
            </a:extLst>
          </p:cNvPr>
          <p:cNvSpPr/>
          <p:nvPr/>
        </p:nvSpPr>
        <p:spPr>
          <a:xfrm>
            <a:off x="8840524" y="5099382"/>
            <a:ext cx="362961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Professionnel de 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M. NDJOCK LUC BRANDON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Enseignant </a:t>
            </a:r>
            <a:r>
              <a:rPr lang="fr-FR" sz="2400" dirty="0">
                <a:solidFill>
                  <a:prstClr val="black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de programmation 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258650-480E-B129-13A4-0A91CDE7135D}"/>
              </a:ext>
            </a:extLst>
          </p:cNvPr>
          <p:cNvSpPr txBox="1"/>
          <p:nvPr/>
        </p:nvSpPr>
        <p:spPr>
          <a:xfrm>
            <a:off x="733657" y="197469"/>
            <a:ext cx="2631440" cy="835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République Du Cameroun</a:t>
            </a:r>
            <a:endParaRPr lang="fr-FR" sz="1100" kern="100" dirty="0">
              <a:effectLst/>
              <a:latin typeface="Garamond" panose="02020404030301010803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Paix Travail Patrie</a:t>
            </a:r>
            <a:endParaRPr lang="fr-FR" sz="1100" kern="100" dirty="0">
              <a:effectLst/>
              <a:latin typeface="Garamond" panose="02020404030301010803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Ministère De L’Enseignement Supérieur</a:t>
            </a:r>
            <a:endParaRPr lang="fr-FR" sz="1100" kern="100" dirty="0">
              <a:effectLst/>
              <a:latin typeface="Garamond" panose="02020404030301010803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0EDB050-076E-C3D0-55B7-D0B184AAD9C6}"/>
              </a:ext>
            </a:extLst>
          </p:cNvPr>
          <p:cNvSpPr txBox="1"/>
          <p:nvPr/>
        </p:nvSpPr>
        <p:spPr>
          <a:xfrm>
            <a:off x="8840524" y="185734"/>
            <a:ext cx="2980326" cy="1220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Calibri" panose="020F0502020204030204" pitchFamily="34" charset="0"/>
              </a:rPr>
              <a:t>Republic Of Cameroon</a:t>
            </a:r>
            <a:endParaRPr lang="fr-FR" sz="1100" kern="100" dirty="0">
              <a:effectLst/>
              <a:latin typeface="Garamond" panose="02020404030301010803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Calibri" panose="020F0502020204030204" pitchFamily="34" charset="0"/>
              </a:rPr>
              <a:t>Peace Work Fatherland</a:t>
            </a:r>
            <a:endParaRPr lang="fr-FR" sz="1100" kern="100" dirty="0">
              <a:effectLst/>
              <a:latin typeface="Garamond" panose="02020404030301010803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Calibri" panose="020F0502020204030204" pitchFamily="34" charset="0"/>
              </a:rPr>
              <a:t>Ministère Of </a:t>
            </a:r>
            <a:r>
              <a:rPr lang="fr-FR" sz="1100" b="1" kern="100" dirty="0" err="1">
                <a:effectLst/>
                <a:latin typeface="Garamond" panose="02020404030301010803" pitchFamily="18" charset="0"/>
                <a:ea typeface="Garamond" panose="02020404030301010803" pitchFamily="18" charset="0"/>
                <a:cs typeface="Calibri" panose="020F0502020204030204" pitchFamily="34" charset="0"/>
              </a:rPr>
              <a:t>Higher</a:t>
            </a:r>
            <a:r>
              <a:rPr lang="fr-FR" sz="1100" b="1" kern="10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Calibri" panose="020F0502020204030204" pitchFamily="34" charset="0"/>
              </a:rPr>
              <a:t> Education</a:t>
            </a:r>
            <a:endParaRPr lang="fr-FR" sz="1100" kern="100" dirty="0">
              <a:effectLst/>
              <a:latin typeface="Garamond" panose="02020404030301010803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EA1EB9-255C-A271-1F98-B997E24B10F3}"/>
              </a:ext>
            </a:extLst>
          </p:cNvPr>
          <p:cNvSpPr/>
          <p:nvPr/>
        </p:nvSpPr>
        <p:spPr>
          <a:xfrm>
            <a:off x="4751240" y="4495375"/>
            <a:ext cx="25266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u="sng" dirty="0" err="1">
                <a:solidFill>
                  <a:prstClr val="black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Redigez</a:t>
            </a:r>
            <a:r>
              <a:rPr lang="fr-FR" sz="2000" b="1" u="sng" dirty="0">
                <a:solidFill>
                  <a:prstClr val="black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 et </a:t>
            </a:r>
            <a:r>
              <a:rPr lang="fr-FR" sz="2000" b="1" u="sng" dirty="0" err="1">
                <a:solidFill>
                  <a:prstClr val="black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Presentez</a:t>
            </a:r>
            <a:r>
              <a:rPr kumimoji="0" lang="fr-F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 par :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8E57E69-2091-A236-FCBB-1C941540FEA1}"/>
              </a:ext>
            </a:extLst>
          </p:cNvPr>
          <p:cNvSpPr txBox="1"/>
          <p:nvPr/>
        </p:nvSpPr>
        <p:spPr>
          <a:xfrm>
            <a:off x="4587859" y="4883583"/>
            <a:ext cx="2853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fr-FR" sz="1800" b="1" i="0" u="none" strike="noStrike" kern="1200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sz="2400" b="1" i="0" u="none" strike="noStrike" kern="1200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TIODJIO ABIYA BETSALEL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F656AD86-5B0A-7172-D14C-0BE20C9AD5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87" y="1059126"/>
            <a:ext cx="1652000" cy="14894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374117A-CB4B-2DFB-4BFA-7BDD2B1B50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142" y="2488432"/>
            <a:ext cx="1562546" cy="156254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63812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B84E2E72-47FE-DB66-8D1F-327F35B06B80}"/>
              </a:ext>
            </a:extLst>
          </p:cNvPr>
          <p:cNvSpPr txBox="1"/>
          <p:nvPr/>
        </p:nvSpPr>
        <p:spPr>
          <a:xfrm>
            <a:off x="6877226" y="597788"/>
            <a:ext cx="4683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Baskerville Old Face" panose="02020602080505020303" pitchFamily="18" charset="0"/>
              </a:rPr>
              <a:t>LE PLAN DE PRESENTION</a:t>
            </a:r>
            <a:endParaRPr lang="fr-FR" dirty="0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5EA23DA5-127E-E134-69CA-A9D38DDBA7AE}"/>
              </a:ext>
            </a:extLst>
          </p:cNvPr>
          <p:cNvGrpSpPr/>
          <p:nvPr/>
        </p:nvGrpSpPr>
        <p:grpSpPr>
          <a:xfrm>
            <a:off x="-2588509" y="-1"/>
            <a:ext cx="9970266" cy="6858001"/>
            <a:chOff x="4374049" y="-61370"/>
            <a:chExt cx="9970266" cy="6858001"/>
          </a:xfrm>
        </p:grpSpPr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E3D125C6-0824-92A4-EE9B-403AAB71B0F1}"/>
                </a:ext>
              </a:extLst>
            </p:cNvPr>
            <p:cNvGrpSpPr/>
            <p:nvPr/>
          </p:nvGrpSpPr>
          <p:grpSpPr>
            <a:xfrm>
              <a:off x="4374049" y="-61370"/>
              <a:ext cx="9970266" cy="6858001"/>
              <a:chOff x="72264" y="-1"/>
              <a:chExt cx="9970266" cy="6858001"/>
            </a:xfrm>
            <a:effectLst>
              <a:outerShdw blurRad="254000" dist="889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4C047FC-0C26-68AB-D737-366AB128A1D8}"/>
                  </a:ext>
                </a:extLst>
              </p:cNvPr>
              <p:cNvSpPr/>
              <p:nvPr/>
            </p:nvSpPr>
            <p:spPr>
              <a:xfrm>
                <a:off x="72264" y="-1"/>
                <a:ext cx="9338735" cy="685800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fr-FR" sz="4400" b="1" dirty="0">
                  <a:solidFill>
                    <a:schemeClr val="tx1"/>
                  </a:solidFill>
                  <a:latin typeface="Baskerville Old Face" panose="02020602080505020303" pitchFamily="18" charset="0"/>
                </a:endParaRPr>
              </a:p>
            </p:txBody>
          </p:sp>
          <p:grpSp>
            <p:nvGrpSpPr>
              <p:cNvPr id="7" name="Groupe 6">
                <a:extLst>
                  <a:ext uri="{FF2B5EF4-FFF2-40B4-BE49-F238E27FC236}">
                    <a16:creationId xmlns:a16="http://schemas.microsoft.com/office/drawing/2014/main" id="{FC269D37-63C3-1592-66F6-E1C1C5DCA08A}"/>
                  </a:ext>
                </a:extLst>
              </p:cNvPr>
              <p:cNvGrpSpPr/>
              <p:nvPr/>
            </p:nvGrpSpPr>
            <p:grpSpPr>
              <a:xfrm>
                <a:off x="9410998" y="2765237"/>
                <a:ext cx="631532" cy="663763"/>
                <a:chOff x="9338732" y="2765237"/>
                <a:chExt cx="631532" cy="663763"/>
              </a:xfrm>
              <a:solidFill>
                <a:schemeClr val="accent2"/>
              </a:solidFill>
            </p:grpSpPr>
            <p:sp>
              <p:nvSpPr>
                <p:cNvPr id="5" name="Rectangle : avec coins arrondis en haut 4">
                  <a:extLst>
                    <a:ext uri="{FF2B5EF4-FFF2-40B4-BE49-F238E27FC236}">
                      <a16:creationId xmlns:a16="http://schemas.microsoft.com/office/drawing/2014/main" id="{3BAB060C-A3CA-0C82-9B72-CD23DFB50021}"/>
                    </a:ext>
                  </a:extLst>
                </p:cNvPr>
                <p:cNvSpPr/>
                <p:nvPr/>
              </p:nvSpPr>
              <p:spPr>
                <a:xfrm rot="5400000">
                  <a:off x="9322616" y="2781353"/>
                  <a:ext cx="663763" cy="631532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445F9336-0519-1A71-D3F5-F9FF51F11994}"/>
                    </a:ext>
                  </a:extLst>
                </p:cNvPr>
                <p:cNvSpPr txBox="1"/>
                <p:nvPr/>
              </p:nvSpPr>
              <p:spPr>
                <a:xfrm>
                  <a:off x="9465733" y="2887134"/>
                  <a:ext cx="381000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2000" b="1" dirty="0">
                      <a:solidFill>
                        <a:srgbClr val="EC7016"/>
                      </a:solidFill>
                      <a:latin typeface="Baskerville Old Face" panose="02020602080505020303" pitchFamily="18" charset="0"/>
                    </a:rPr>
                    <a:t>1</a:t>
                  </a:r>
                  <a:endParaRPr lang="fr-FR" b="1" dirty="0">
                    <a:solidFill>
                      <a:srgbClr val="EC7016"/>
                    </a:solidFill>
                    <a:latin typeface="Baskerville Old Face" panose="02020602080505020303" pitchFamily="18" charset="0"/>
                  </a:endParaRPr>
                </a:p>
              </p:txBody>
            </p:sp>
          </p:grp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C76CDCB2-1C77-F8B6-FA4A-385B2CA08AFD}"/>
                </a:ext>
              </a:extLst>
            </p:cNvPr>
            <p:cNvSpPr txBox="1"/>
            <p:nvPr/>
          </p:nvSpPr>
          <p:spPr>
            <a:xfrm>
              <a:off x="8163499" y="527835"/>
              <a:ext cx="3667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tx1"/>
                  </a:solidFill>
                  <a:latin typeface="Baskerville Old Face" panose="02020602080505020303" pitchFamily="18" charset="0"/>
                </a:rPr>
                <a:t>INTRODUCTION</a:t>
              </a:r>
              <a:endParaRPr lang="fr-FR" dirty="0"/>
            </a:p>
          </p:txBody>
        </p:sp>
      </p:grp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9B6775F2-A75F-71BB-B778-CBC0D1D591AE}"/>
              </a:ext>
            </a:extLst>
          </p:cNvPr>
          <p:cNvGrpSpPr/>
          <p:nvPr/>
        </p:nvGrpSpPr>
        <p:grpSpPr>
          <a:xfrm>
            <a:off x="-3318013" y="-2"/>
            <a:ext cx="9941237" cy="6858001"/>
            <a:chOff x="4811570" y="1693382"/>
            <a:chExt cx="9941237" cy="6858001"/>
          </a:xfrm>
        </p:grpSpPr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63900EF7-28BC-AEB0-8DE7-68791DED680D}"/>
                </a:ext>
              </a:extLst>
            </p:cNvPr>
            <p:cNvGrpSpPr/>
            <p:nvPr/>
          </p:nvGrpSpPr>
          <p:grpSpPr>
            <a:xfrm>
              <a:off x="4811570" y="1693382"/>
              <a:ext cx="9941237" cy="6858001"/>
              <a:chOff x="-809992" y="0"/>
              <a:chExt cx="9941237" cy="6858001"/>
            </a:xfrm>
            <a:effectLst>
              <a:outerShdw blurRad="254000" dist="88900" algn="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E783FF9A-FA51-2899-D167-9D854BF89324}"/>
                  </a:ext>
                </a:extLst>
              </p:cNvPr>
              <p:cNvGrpSpPr/>
              <p:nvPr/>
            </p:nvGrpSpPr>
            <p:grpSpPr>
              <a:xfrm>
                <a:off x="8499713" y="2489256"/>
                <a:ext cx="631532" cy="663763"/>
                <a:chOff x="9338732" y="2765237"/>
                <a:chExt cx="631532" cy="663763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10" name="Rectangle : avec coins arrondis en haut 9">
                  <a:extLst>
                    <a:ext uri="{FF2B5EF4-FFF2-40B4-BE49-F238E27FC236}">
                      <a16:creationId xmlns:a16="http://schemas.microsoft.com/office/drawing/2014/main" id="{0A3B987B-BA1B-951F-5F9F-E2817E7DC370}"/>
                    </a:ext>
                  </a:extLst>
                </p:cNvPr>
                <p:cNvSpPr/>
                <p:nvPr/>
              </p:nvSpPr>
              <p:spPr>
                <a:xfrm rot="5400000">
                  <a:off x="9322616" y="2781353"/>
                  <a:ext cx="663763" cy="631532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3010D165-C74C-929C-E573-435E225BA448}"/>
                    </a:ext>
                  </a:extLst>
                </p:cNvPr>
                <p:cNvSpPr txBox="1"/>
                <p:nvPr/>
              </p:nvSpPr>
              <p:spPr>
                <a:xfrm>
                  <a:off x="9465733" y="2887134"/>
                  <a:ext cx="381000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2000" b="1" dirty="0">
                      <a:solidFill>
                        <a:srgbClr val="EC7016"/>
                      </a:solidFill>
                      <a:latin typeface="Baskerville Old Face" panose="02020602080505020303" pitchFamily="18" charset="0"/>
                    </a:rPr>
                    <a:t>2</a:t>
                  </a:r>
                  <a:endParaRPr lang="fr-FR" b="1" dirty="0">
                    <a:solidFill>
                      <a:srgbClr val="EC7016"/>
                    </a:solidFill>
                    <a:latin typeface="Baskerville Old Face" panose="02020602080505020303" pitchFamily="18" charset="0"/>
                  </a:endParaRPr>
                </a:p>
              </p:txBody>
            </p:sp>
          </p:grp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D96E553-2A5E-CC4F-A11D-F7D24F65133C}"/>
                  </a:ext>
                </a:extLst>
              </p:cNvPr>
              <p:cNvSpPr/>
              <p:nvPr/>
            </p:nvSpPr>
            <p:spPr>
              <a:xfrm>
                <a:off x="-809992" y="0"/>
                <a:ext cx="9338735" cy="685800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 dirty="0">
                  <a:solidFill>
                    <a:schemeClr val="tx1"/>
                  </a:solidFill>
                  <a:latin typeface="Baskerville Old Face" panose="02020602080505020303" pitchFamily="18" charset="0"/>
                </a:endParaRPr>
              </a:p>
            </p:txBody>
          </p:sp>
        </p:grp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C8297CCE-418E-152C-F4A3-27B7FD486B10}"/>
                </a:ext>
              </a:extLst>
            </p:cNvPr>
            <p:cNvSpPr txBox="1"/>
            <p:nvPr/>
          </p:nvSpPr>
          <p:spPr>
            <a:xfrm>
              <a:off x="9971901" y="2310058"/>
              <a:ext cx="41784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tx1"/>
                  </a:solidFill>
                  <a:latin typeface="Baskerville Old Face" panose="02020602080505020303" pitchFamily="18" charset="0"/>
                </a:rPr>
                <a:t>CONTEXTE </a:t>
              </a:r>
            </a:p>
            <a:p>
              <a:r>
                <a:rPr lang="fr-FR" sz="2400" b="1" dirty="0">
                  <a:solidFill>
                    <a:schemeClr val="tx1"/>
                  </a:solidFill>
                  <a:latin typeface="Baskerville Old Face" panose="02020602080505020303" pitchFamily="18" charset="0"/>
                </a:rPr>
                <a:t>ET JUSTIFICATION</a:t>
              </a:r>
              <a:endParaRPr lang="fr-FR" dirty="0"/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0C042ECC-DAEC-CA4C-D7AA-0837697FFD47}"/>
              </a:ext>
            </a:extLst>
          </p:cNvPr>
          <p:cNvGrpSpPr/>
          <p:nvPr/>
        </p:nvGrpSpPr>
        <p:grpSpPr>
          <a:xfrm>
            <a:off x="-3986636" y="17877"/>
            <a:ext cx="9959610" cy="6858001"/>
            <a:chOff x="424127" y="24139"/>
            <a:chExt cx="9959610" cy="6858001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452AE296-B2B7-086D-6930-46D4AB50A7D0}"/>
                </a:ext>
              </a:extLst>
            </p:cNvPr>
            <p:cNvGrpSpPr/>
            <p:nvPr/>
          </p:nvGrpSpPr>
          <p:grpSpPr>
            <a:xfrm>
              <a:off x="424127" y="24139"/>
              <a:ext cx="9959610" cy="6858001"/>
              <a:chOff x="-1768101" y="-7615"/>
              <a:chExt cx="9959610" cy="6858001"/>
            </a:xfrm>
            <a:effectLst>
              <a:outerShdw blurRad="254000" dist="889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47049A3-A310-8A05-444E-1A2403DC23C9}"/>
                  </a:ext>
                </a:extLst>
              </p:cNvPr>
              <p:cNvSpPr/>
              <p:nvPr/>
            </p:nvSpPr>
            <p:spPr>
              <a:xfrm>
                <a:off x="-1768101" y="-7615"/>
                <a:ext cx="9338735" cy="685800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 dirty="0">
                  <a:solidFill>
                    <a:schemeClr val="tx1"/>
                  </a:solidFill>
                  <a:latin typeface="Baskerville Old Face" panose="02020602080505020303" pitchFamily="18" charset="0"/>
                </a:endParaRPr>
              </a:p>
            </p:txBody>
          </p:sp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36280F7E-9CC5-C1D2-4F9B-61803C98241A}"/>
                  </a:ext>
                </a:extLst>
              </p:cNvPr>
              <p:cNvGrpSpPr/>
              <p:nvPr/>
            </p:nvGrpSpPr>
            <p:grpSpPr>
              <a:xfrm>
                <a:off x="7559977" y="2303592"/>
                <a:ext cx="631532" cy="663763"/>
                <a:chOff x="9338732" y="2765237"/>
                <a:chExt cx="631532" cy="663763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6" name="Rectangle : avec coins arrondis en haut 15">
                  <a:extLst>
                    <a:ext uri="{FF2B5EF4-FFF2-40B4-BE49-F238E27FC236}">
                      <a16:creationId xmlns:a16="http://schemas.microsoft.com/office/drawing/2014/main" id="{4586542B-7CF2-608E-0AE4-A714A8276634}"/>
                    </a:ext>
                  </a:extLst>
                </p:cNvPr>
                <p:cNvSpPr/>
                <p:nvPr/>
              </p:nvSpPr>
              <p:spPr>
                <a:xfrm rot="5400000">
                  <a:off x="9322616" y="2781353"/>
                  <a:ext cx="663763" cy="631532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rgbClr val="F4A973"/>
                    </a:solidFill>
                  </a:endParaRPr>
                </a:p>
              </p:txBody>
            </p:sp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5979085F-6D18-7740-7135-596F5C2EC8A5}"/>
                    </a:ext>
                  </a:extLst>
                </p:cNvPr>
                <p:cNvSpPr txBox="1"/>
                <p:nvPr/>
              </p:nvSpPr>
              <p:spPr>
                <a:xfrm>
                  <a:off x="9465733" y="2887134"/>
                  <a:ext cx="381000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2000" b="1" dirty="0">
                      <a:solidFill>
                        <a:srgbClr val="EC7016"/>
                      </a:solidFill>
                      <a:latin typeface="Baskerville Old Face" panose="02020602080505020303" pitchFamily="18" charset="0"/>
                    </a:rPr>
                    <a:t>3</a:t>
                  </a:r>
                  <a:endParaRPr lang="fr-FR" b="1" dirty="0">
                    <a:solidFill>
                      <a:srgbClr val="EC7016"/>
                    </a:solidFill>
                    <a:latin typeface="Baskerville Old Face" panose="02020602080505020303" pitchFamily="18" charset="0"/>
                  </a:endParaRPr>
                </a:p>
              </p:txBody>
            </p:sp>
          </p:grpSp>
        </p:grp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FD7716E9-81C0-2221-DD1B-EBEE70499BAC}"/>
                </a:ext>
              </a:extLst>
            </p:cNvPr>
            <p:cNvSpPr txBox="1"/>
            <p:nvPr/>
          </p:nvSpPr>
          <p:spPr>
            <a:xfrm>
              <a:off x="4955753" y="699816"/>
              <a:ext cx="35335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latin typeface="Baskerville Old Face" panose="02020602080505020303" pitchFamily="18" charset="0"/>
                </a:rPr>
                <a:t>SPECIFICATION DES BESOIN</a:t>
              </a:r>
              <a:endParaRPr lang="fr-FR" dirty="0"/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FBDA9256-C616-2D18-BF4C-B27CAFC76927}"/>
              </a:ext>
            </a:extLst>
          </p:cNvPr>
          <p:cNvGrpSpPr/>
          <p:nvPr/>
        </p:nvGrpSpPr>
        <p:grpSpPr>
          <a:xfrm>
            <a:off x="-4918409" y="31743"/>
            <a:ext cx="9949345" cy="6858001"/>
            <a:chOff x="3309705" y="-996498"/>
            <a:chExt cx="9949345" cy="6858001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96E477C6-8E39-2298-93E4-031F20E62A17}"/>
                </a:ext>
              </a:extLst>
            </p:cNvPr>
            <p:cNvGrpSpPr/>
            <p:nvPr/>
          </p:nvGrpSpPr>
          <p:grpSpPr>
            <a:xfrm>
              <a:off x="3309705" y="-996498"/>
              <a:ext cx="9949345" cy="6858001"/>
              <a:chOff x="-1492255" y="-523988"/>
              <a:chExt cx="9949345" cy="6858001"/>
            </a:xfrm>
            <a:solidFill>
              <a:schemeClr val="accent4">
                <a:lumMod val="40000"/>
                <a:lumOff val="60000"/>
              </a:schemeClr>
            </a:solidFill>
            <a:effectLst>
              <a:outerShdw blurRad="254000" dist="889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15430BE-E740-AD48-E0A0-15C475471E36}"/>
                  </a:ext>
                </a:extLst>
              </p:cNvPr>
              <p:cNvSpPr/>
              <p:nvPr/>
            </p:nvSpPr>
            <p:spPr>
              <a:xfrm>
                <a:off x="-1492255" y="-523988"/>
                <a:ext cx="9338735" cy="68580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 dirty="0">
                  <a:solidFill>
                    <a:schemeClr val="tx1"/>
                  </a:solidFill>
                  <a:latin typeface="Baskerville Old Face" panose="02020602080505020303" pitchFamily="18" charset="0"/>
                </a:endParaRPr>
              </a:p>
            </p:txBody>
          </p:sp>
          <p:grpSp>
            <p:nvGrpSpPr>
              <p:cNvPr id="25" name="Groupe 24">
                <a:extLst>
                  <a:ext uri="{FF2B5EF4-FFF2-40B4-BE49-F238E27FC236}">
                    <a16:creationId xmlns:a16="http://schemas.microsoft.com/office/drawing/2014/main" id="{A5188366-93A0-22B1-3715-993D6110EBD0}"/>
                  </a:ext>
                </a:extLst>
              </p:cNvPr>
              <p:cNvGrpSpPr/>
              <p:nvPr/>
            </p:nvGrpSpPr>
            <p:grpSpPr>
              <a:xfrm>
                <a:off x="7825558" y="2126920"/>
                <a:ext cx="631532" cy="663763"/>
                <a:chOff x="8960091" y="2126920"/>
                <a:chExt cx="631532" cy="663763"/>
              </a:xfrm>
              <a:grpFill/>
            </p:grpSpPr>
            <p:sp>
              <p:nvSpPr>
                <p:cNvPr id="26" name="Rectangle : avec coins arrondis en haut 25">
                  <a:extLst>
                    <a:ext uri="{FF2B5EF4-FFF2-40B4-BE49-F238E27FC236}">
                      <a16:creationId xmlns:a16="http://schemas.microsoft.com/office/drawing/2014/main" id="{003C1509-143A-45F4-A15F-DD67961456E7}"/>
                    </a:ext>
                  </a:extLst>
                </p:cNvPr>
                <p:cNvSpPr/>
                <p:nvPr/>
              </p:nvSpPr>
              <p:spPr>
                <a:xfrm rot="5400000">
                  <a:off x="8943975" y="2143036"/>
                  <a:ext cx="663763" cy="631532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rgbClr val="F7C6A2"/>
                    </a:solidFill>
                  </a:endParaRPr>
                </a:p>
              </p:txBody>
            </p:sp>
            <p:sp>
              <p:nvSpPr>
                <p:cNvPr id="27" name="ZoneTexte 26">
                  <a:extLst>
                    <a:ext uri="{FF2B5EF4-FFF2-40B4-BE49-F238E27FC236}">
                      <a16:creationId xmlns:a16="http://schemas.microsoft.com/office/drawing/2014/main" id="{668105B8-5F76-C2C3-9B42-4CC0A7C424A2}"/>
                    </a:ext>
                  </a:extLst>
                </p:cNvPr>
                <p:cNvSpPr txBox="1"/>
                <p:nvPr/>
              </p:nvSpPr>
              <p:spPr>
                <a:xfrm>
                  <a:off x="9056821" y="2254922"/>
                  <a:ext cx="381000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2000" b="1" dirty="0">
                      <a:solidFill>
                        <a:srgbClr val="EC7016"/>
                      </a:solidFill>
                      <a:latin typeface="Baskerville Old Face" panose="02020602080505020303" pitchFamily="18" charset="0"/>
                    </a:rPr>
                    <a:t>4</a:t>
                  </a:r>
                  <a:endParaRPr lang="fr-FR" b="1" dirty="0">
                    <a:solidFill>
                      <a:srgbClr val="EC7016"/>
                    </a:solidFill>
                    <a:latin typeface="Baskerville Old Face" panose="02020602080505020303" pitchFamily="18" charset="0"/>
                  </a:endParaRPr>
                </a:p>
              </p:txBody>
            </p:sp>
          </p:grpSp>
        </p:grp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E56BB5CD-7A55-0EC7-AECF-7273E73ACF7E}"/>
                </a:ext>
              </a:extLst>
            </p:cNvPr>
            <p:cNvSpPr txBox="1"/>
            <p:nvPr/>
          </p:nvSpPr>
          <p:spPr>
            <a:xfrm>
              <a:off x="7525234" y="418748"/>
              <a:ext cx="41651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tx1"/>
                  </a:solidFill>
                  <a:latin typeface="Baskerville Old Face" panose="02020602080505020303" pitchFamily="18" charset="0"/>
                </a:rPr>
                <a:t>METHODOLOGIES ET MODELS DE DONNEES</a:t>
              </a:r>
              <a:endParaRPr lang="fr-FR" dirty="0"/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637340AA-A34D-ADF9-5EB4-E76DDD831DF4}"/>
              </a:ext>
            </a:extLst>
          </p:cNvPr>
          <p:cNvGrpSpPr/>
          <p:nvPr/>
        </p:nvGrpSpPr>
        <p:grpSpPr>
          <a:xfrm>
            <a:off x="-5714902" y="0"/>
            <a:ext cx="9948214" cy="6858001"/>
            <a:chOff x="-1077442" y="43123"/>
            <a:chExt cx="9948214" cy="6858001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CF5EFC15-BC10-6C36-2B76-DC0EE7076951}"/>
                </a:ext>
              </a:extLst>
            </p:cNvPr>
            <p:cNvGrpSpPr/>
            <p:nvPr/>
          </p:nvGrpSpPr>
          <p:grpSpPr>
            <a:xfrm>
              <a:off x="-1077442" y="43123"/>
              <a:ext cx="9948214" cy="6858001"/>
              <a:chOff x="-1134535" y="-1"/>
              <a:chExt cx="9948214" cy="6858001"/>
            </a:xfrm>
            <a:solidFill>
              <a:schemeClr val="accent2">
                <a:lumMod val="40000"/>
                <a:lumOff val="60000"/>
              </a:schemeClr>
            </a:solidFill>
            <a:effectLst>
              <a:outerShdw blurRad="254000" dist="889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D5CB9D9-D3AC-A005-DCF6-F40B48C5527F}"/>
                  </a:ext>
                </a:extLst>
              </p:cNvPr>
              <p:cNvSpPr/>
              <p:nvPr/>
            </p:nvSpPr>
            <p:spPr>
              <a:xfrm>
                <a:off x="-1134535" y="-1"/>
                <a:ext cx="9338735" cy="68580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 dirty="0">
                  <a:solidFill>
                    <a:schemeClr val="tx1"/>
                  </a:solidFill>
                  <a:latin typeface="Baskerville Old Face" panose="02020602080505020303" pitchFamily="18" charset="0"/>
                </a:endParaRPr>
              </a:p>
            </p:txBody>
          </p:sp>
          <p:grpSp>
            <p:nvGrpSpPr>
              <p:cNvPr id="30" name="Groupe 29">
                <a:extLst>
                  <a:ext uri="{FF2B5EF4-FFF2-40B4-BE49-F238E27FC236}">
                    <a16:creationId xmlns:a16="http://schemas.microsoft.com/office/drawing/2014/main" id="{39DF8400-388C-0EDF-1192-0CA66C57696A}"/>
                  </a:ext>
                </a:extLst>
              </p:cNvPr>
              <p:cNvGrpSpPr/>
              <p:nvPr/>
            </p:nvGrpSpPr>
            <p:grpSpPr>
              <a:xfrm>
                <a:off x="8182147" y="1893435"/>
                <a:ext cx="631532" cy="663763"/>
                <a:chOff x="9316680" y="1893435"/>
                <a:chExt cx="631532" cy="663763"/>
              </a:xfrm>
              <a:grpFill/>
            </p:grpSpPr>
            <p:sp>
              <p:nvSpPr>
                <p:cNvPr id="31" name="Rectangle : avec coins arrondis en haut 30">
                  <a:extLst>
                    <a:ext uri="{FF2B5EF4-FFF2-40B4-BE49-F238E27FC236}">
                      <a16:creationId xmlns:a16="http://schemas.microsoft.com/office/drawing/2014/main" id="{25F1122E-EBBE-240D-3998-0FCB0E06B60B}"/>
                    </a:ext>
                  </a:extLst>
                </p:cNvPr>
                <p:cNvSpPr/>
                <p:nvPr/>
              </p:nvSpPr>
              <p:spPr>
                <a:xfrm rot="5400000">
                  <a:off x="9300564" y="1909551"/>
                  <a:ext cx="663763" cy="631532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rgbClr val="F7C6A2"/>
                    </a:solidFill>
                  </a:endParaRPr>
                </a:p>
              </p:txBody>
            </p:sp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A9ABFE64-C639-4871-8108-DC84E680836F}"/>
                    </a:ext>
                  </a:extLst>
                </p:cNvPr>
                <p:cNvSpPr txBox="1"/>
                <p:nvPr/>
              </p:nvSpPr>
              <p:spPr>
                <a:xfrm>
                  <a:off x="9441945" y="2010150"/>
                  <a:ext cx="381000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2000" b="1" dirty="0">
                      <a:solidFill>
                        <a:srgbClr val="EC7016"/>
                      </a:solidFill>
                      <a:latin typeface="Baskerville Old Face" panose="02020602080505020303" pitchFamily="18" charset="0"/>
                    </a:rPr>
                    <a:t>5</a:t>
                  </a:r>
                  <a:endParaRPr lang="fr-FR" b="1" dirty="0">
                    <a:solidFill>
                      <a:srgbClr val="EC7016"/>
                    </a:solidFill>
                    <a:latin typeface="Baskerville Old Face" panose="02020602080505020303" pitchFamily="18" charset="0"/>
                  </a:endParaRPr>
                </a:p>
              </p:txBody>
            </p:sp>
          </p:grpSp>
        </p:grpSp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69303232-098B-CCC8-DA71-D0276A5DDCC3}"/>
                </a:ext>
              </a:extLst>
            </p:cNvPr>
            <p:cNvSpPr txBox="1"/>
            <p:nvPr/>
          </p:nvSpPr>
          <p:spPr>
            <a:xfrm>
              <a:off x="2707595" y="858116"/>
              <a:ext cx="41651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  <a:latin typeface="Baskerville Old Face" panose="02020602080505020303" pitchFamily="18" charset="0"/>
                </a:rPr>
                <a:t>DEMONSTRATION</a:t>
              </a:r>
              <a:endParaRPr lang="fr-FR" dirty="0"/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0C5771E1-73E1-2B78-8FE3-6D47CAB7ACBD}"/>
              </a:ext>
            </a:extLst>
          </p:cNvPr>
          <p:cNvGrpSpPr/>
          <p:nvPr/>
        </p:nvGrpSpPr>
        <p:grpSpPr>
          <a:xfrm>
            <a:off x="-6422243" y="17877"/>
            <a:ext cx="9948214" cy="6858001"/>
            <a:chOff x="-1832937" y="47120"/>
            <a:chExt cx="9948214" cy="6858001"/>
          </a:xfrm>
        </p:grpSpPr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B240DA04-FB5C-DF81-C73A-D10DBC117F71}"/>
                </a:ext>
              </a:extLst>
            </p:cNvPr>
            <p:cNvGrpSpPr/>
            <p:nvPr/>
          </p:nvGrpSpPr>
          <p:grpSpPr>
            <a:xfrm>
              <a:off x="-1832937" y="47120"/>
              <a:ext cx="9948214" cy="6858001"/>
              <a:chOff x="-1134535" y="-1"/>
              <a:chExt cx="9948214" cy="6858001"/>
            </a:xfrm>
            <a:solidFill>
              <a:schemeClr val="accent2">
                <a:lumMod val="20000"/>
                <a:lumOff val="80000"/>
              </a:schemeClr>
            </a:solidFill>
            <a:effectLst>
              <a:outerShdw blurRad="254000" dist="889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2D43EF4-4694-B1BA-F4C6-F3F6D89D3812}"/>
                  </a:ext>
                </a:extLst>
              </p:cNvPr>
              <p:cNvSpPr/>
              <p:nvPr/>
            </p:nvSpPr>
            <p:spPr>
              <a:xfrm>
                <a:off x="-1134535" y="-1"/>
                <a:ext cx="9338735" cy="68580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4400" b="1" dirty="0">
                    <a:solidFill>
                      <a:schemeClr val="tx1"/>
                    </a:solidFill>
                    <a:latin typeface="Baskerville Old Face" panose="02020602080505020303" pitchFamily="18" charset="0"/>
                  </a:rPr>
                  <a:t>  </a:t>
                </a:r>
                <a:endParaRPr lang="fr-FR" b="1" dirty="0">
                  <a:solidFill>
                    <a:schemeClr val="tx1"/>
                  </a:solidFill>
                  <a:latin typeface="Baskerville Old Face" panose="02020602080505020303" pitchFamily="18" charset="0"/>
                </a:endParaRPr>
              </a:p>
            </p:txBody>
          </p:sp>
          <p:grpSp>
            <p:nvGrpSpPr>
              <p:cNvPr id="36" name="Groupe 35">
                <a:extLst>
                  <a:ext uri="{FF2B5EF4-FFF2-40B4-BE49-F238E27FC236}">
                    <a16:creationId xmlns:a16="http://schemas.microsoft.com/office/drawing/2014/main" id="{0E5B4849-4C38-BB82-DF23-A3C3C53C5FA2}"/>
                  </a:ext>
                </a:extLst>
              </p:cNvPr>
              <p:cNvGrpSpPr/>
              <p:nvPr/>
            </p:nvGrpSpPr>
            <p:grpSpPr>
              <a:xfrm>
                <a:off x="8182147" y="1621613"/>
                <a:ext cx="631532" cy="663763"/>
                <a:chOff x="9316680" y="1621613"/>
                <a:chExt cx="631532" cy="663763"/>
              </a:xfrm>
              <a:grpFill/>
            </p:grpSpPr>
            <p:sp>
              <p:nvSpPr>
                <p:cNvPr id="37" name="Rectangle : avec coins arrondis en haut 36">
                  <a:extLst>
                    <a:ext uri="{FF2B5EF4-FFF2-40B4-BE49-F238E27FC236}">
                      <a16:creationId xmlns:a16="http://schemas.microsoft.com/office/drawing/2014/main" id="{EE141977-0EFD-1DED-0EF8-D73A1620724C}"/>
                    </a:ext>
                  </a:extLst>
                </p:cNvPr>
                <p:cNvSpPr/>
                <p:nvPr/>
              </p:nvSpPr>
              <p:spPr>
                <a:xfrm rot="5400000">
                  <a:off x="9300564" y="1637729"/>
                  <a:ext cx="663763" cy="631532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rgbClr val="F7C6A2"/>
                    </a:solidFill>
                  </a:endParaRPr>
                </a:p>
              </p:txBody>
            </p:sp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961FB19C-07A7-589A-FD0A-D17172A3467D}"/>
                    </a:ext>
                  </a:extLst>
                </p:cNvPr>
                <p:cNvSpPr txBox="1"/>
                <p:nvPr/>
              </p:nvSpPr>
              <p:spPr>
                <a:xfrm>
                  <a:off x="9422272" y="1708608"/>
                  <a:ext cx="381000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2000" b="1" dirty="0">
                      <a:solidFill>
                        <a:srgbClr val="EC7016"/>
                      </a:solidFill>
                      <a:latin typeface="Baskerville Old Face" panose="02020602080505020303" pitchFamily="18" charset="0"/>
                    </a:rPr>
                    <a:t>6</a:t>
                  </a:r>
                  <a:endParaRPr lang="fr-FR" b="1" dirty="0">
                    <a:solidFill>
                      <a:srgbClr val="EC7016"/>
                    </a:solidFill>
                    <a:latin typeface="Baskerville Old Face" panose="02020602080505020303" pitchFamily="18" charset="0"/>
                  </a:endParaRPr>
                </a:p>
              </p:txBody>
            </p:sp>
          </p:grpSp>
        </p:grp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69B6DE51-8683-920F-8797-4E85E9690926}"/>
                </a:ext>
              </a:extLst>
            </p:cNvPr>
            <p:cNvSpPr txBox="1"/>
            <p:nvPr/>
          </p:nvSpPr>
          <p:spPr>
            <a:xfrm>
              <a:off x="689289" y="868123"/>
              <a:ext cx="39655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  <a:latin typeface="Baskerville Old Face" panose="02020602080505020303" pitchFamily="18" charset="0"/>
                </a:rPr>
                <a:t>CONCLUSION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136590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0 L 0.39037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0 L 0.4513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52526 -0.0025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63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7037E-7 L 0.58893 -0.0004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4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0.65117 -0.0023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2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556E-17 3.7037E-6 L 0.7125 0.0046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25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424B4122-9139-157C-C2DA-CD24B14FBDC6}"/>
              </a:ext>
            </a:extLst>
          </p:cNvPr>
          <p:cNvGrpSpPr/>
          <p:nvPr/>
        </p:nvGrpSpPr>
        <p:grpSpPr>
          <a:xfrm>
            <a:off x="-341992" y="-112546"/>
            <a:ext cx="12533992" cy="6970545"/>
            <a:chOff x="-341992" y="-112546"/>
            <a:chExt cx="12533992" cy="6970545"/>
          </a:xfrm>
        </p:grpSpPr>
        <p:sp>
          <p:nvSpPr>
            <p:cNvPr id="7" name="Double vague 6">
              <a:extLst>
                <a:ext uri="{FF2B5EF4-FFF2-40B4-BE49-F238E27FC236}">
                  <a16:creationId xmlns:a16="http://schemas.microsoft.com/office/drawing/2014/main" id="{2BB60B88-5121-EACB-8651-3104C3E71F39}"/>
                </a:ext>
              </a:extLst>
            </p:cNvPr>
            <p:cNvSpPr/>
            <p:nvPr/>
          </p:nvSpPr>
          <p:spPr>
            <a:xfrm rot="5566112">
              <a:off x="-2869296" y="2414758"/>
              <a:ext cx="6929313" cy="1874706"/>
            </a:xfrm>
            <a:prstGeom prst="doubleWave">
              <a:avLst>
                <a:gd name="adj1" fmla="val 6250"/>
                <a:gd name="adj2" fmla="val 55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545FFD-B495-AAF3-28A9-2BCA93F39595}"/>
                </a:ext>
              </a:extLst>
            </p:cNvPr>
            <p:cNvSpPr/>
            <p:nvPr/>
          </p:nvSpPr>
          <p:spPr>
            <a:xfrm>
              <a:off x="11451771" y="0"/>
              <a:ext cx="740229" cy="6857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2FB6456B-6627-87C8-1E5C-A16E494F43FB}"/>
              </a:ext>
            </a:extLst>
          </p:cNvPr>
          <p:cNvSpPr txBox="1"/>
          <p:nvPr/>
        </p:nvSpPr>
        <p:spPr>
          <a:xfrm>
            <a:off x="1698967" y="5733143"/>
            <a:ext cx="8816633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skerville Old Face" panose="02020602080505020303" pitchFamily="18" charset="0"/>
              </a:rPr>
              <a:t>UNE APPLICATION DE LOCALISATION RESTAURANT </a:t>
            </a:r>
            <a:r>
              <a:rPr lang="fr-FR" sz="1600" dirty="0">
                <a:latin typeface="Baskerville Old Face" panose="02020602080505020303" pitchFamily="18" charset="0"/>
              </a:rPr>
              <a:t> est une plateforme qui permet aux internautes retrouver  plus facilement et rapidement un restaurant en ligne</a:t>
            </a:r>
            <a:r>
              <a:rPr lang="fr-FR" sz="1200" dirty="0">
                <a:latin typeface="Baskerville Old Face" panose="02020602080505020303" pitchFamily="18" charset="0"/>
              </a:rPr>
              <a:t> </a:t>
            </a:r>
            <a:endParaRPr lang="fr-FR" dirty="0">
              <a:latin typeface="Baskerville Old Face" panose="020206020805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20D52F-829D-EDE6-A6E4-94682C3DB04A}"/>
              </a:ext>
            </a:extLst>
          </p:cNvPr>
          <p:cNvSpPr/>
          <p:nvPr/>
        </p:nvSpPr>
        <p:spPr>
          <a:xfrm>
            <a:off x="4470109" y="345026"/>
            <a:ext cx="39148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fr-FR" sz="3600" b="1" cap="none" spc="0" dirty="0">
                <a:ln/>
                <a:solidFill>
                  <a:schemeClr val="accent4"/>
                </a:solidFill>
                <a:effectLst/>
                <a:latin typeface="Baskerville Old Face" panose="02020602080505020303" pitchFamily="18" charset="0"/>
              </a:rPr>
              <a:t>INTRODUCTION</a:t>
            </a:r>
            <a:endParaRPr lang="fr-FR" sz="5400" b="1" cap="none" spc="0" dirty="0">
              <a:ln/>
              <a:solidFill>
                <a:schemeClr val="accent4"/>
              </a:solidFill>
              <a:effectLst/>
              <a:latin typeface="Baskerville Old Face" panose="02020602080505020303" pitchFamily="18" charset="0"/>
            </a:endParaRPr>
          </a:p>
        </p:txBody>
      </p:sp>
      <p:sp>
        <p:nvSpPr>
          <p:cNvPr id="3" name="Étoile : 5 branches 2">
            <a:extLst>
              <a:ext uri="{FF2B5EF4-FFF2-40B4-BE49-F238E27FC236}">
                <a16:creationId xmlns:a16="http://schemas.microsoft.com/office/drawing/2014/main" id="{97CF0DCA-2A28-AFE1-59E6-6BAE362D033D}"/>
              </a:ext>
            </a:extLst>
          </p:cNvPr>
          <p:cNvSpPr/>
          <p:nvPr/>
        </p:nvSpPr>
        <p:spPr>
          <a:xfrm>
            <a:off x="10590963" y="6270171"/>
            <a:ext cx="542611" cy="49237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9D18CA-8E5D-9219-EF88-C161011D3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592" y="609121"/>
            <a:ext cx="5320130" cy="532013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A067645-B4C6-4C91-0EDD-20CDABEFE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91" y="531441"/>
            <a:ext cx="5279383" cy="527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2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E7926063-0CC6-892A-3076-F70911C16892}"/>
              </a:ext>
            </a:extLst>
          </p:cNvPr>
          <p:cNvGrpSpPr/>
          <p:nvPr/>
        </p:nvGrpSpPr>
        <p:grpSpPr>
          <a:xfrm>
            <a:off x="-332848" y="-57681"/>
            <a:ext cx="12533992" cy="6929313"/>
            <a:chOff x="-341992" y="-85114"/>
            <a:chExt cx="12533992" cy="6929313"/>
          </a:xfrm>
        </p:grpSpPr>
        <p:sp>
          <p:nvSpPr>
            <p:cNvPr id="5" name="Double vague 4">
              <a:extLst>
                <a:ext uri="{FF2B5EF4-FFF2-40B4-BE49-F238E27FC236}">
                  <a16:creationId xmlns:a16="http://schemas.microsoft.com/office/drawing/2014/main" id="{554E26F0-048E-369E-8251-F8757661DEA5}"/>
                </a:ext>
              </a:extLst>
            </p:cNvPr>
            <p:cNvSpPr/>
            <p:nvPr/>
          </p:nvSpPr>
          <p:spPr>
            <a:xfrm rot="5566112">
              <a:off x="-2869296" y="2442190"/>
              <a:ext cx="6929313" cy="1874706"/>
            </a:xfrm>
            <a:prstGeom prst="doubleWave">
              <a:avLst>
                <a:gd name="adj1" fmla="val 6250"/>
                <a:gd name="adj2" fmla="val 55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F5A3A0-B03E-34F6-C040-48A7735F6F8F}"/>
                </a:ext>
              </a:extLst>
            </p:cNvPr>
            <p:cNvSpPr/>
            <p:nvPr/>
          </p:nvSpPr>
          <p:spPr>
            <a:xfrm>
              <a:off x="11451771" y="-18288"/>
              <a:ext cx="740229" cy="6857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6E7F725B-23A0-A0F8-4638-B7E5C2FB7A19}"/>
              </a:ext>
            </a:extLst>
          </p:cNvPr>
          <p:cNvSpPr txBox="1"/>
          <p:nvPr/>
        </p:nvSpPr>
        <p:spPr>
          <a:xfrm>
            <a:off x="3255094" y="556768"/>
            <a:ext cx="5863505" cy="64633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3600" b="1" dirty="0">
                <a:ln/>
                <a:solidFill>
                  <a:schemeClr val="accent3"/>
                </a:solidFill>
              </a:rPr>
              <a:t>CONTEXTE ET JUSTIFICATION</a:t>
            </a:r>
            <a:r>
              <a:rPr lang="fr-FR" sz="2800" b="1" dirty="0">
                <a:ln/>
                <a:solidFill>
                  <a:schemeClr val="accent3"/>
                </a:solidFill>
              </a:rPr>
              <a:t> </a:t>
            </a:r>
            <a:endParaRPr lang="fr-FR" b="1" dirty="0">
              <a:ln/>
              <a:solidFill>
                <a:schemeClr val="accent3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7CFF7F9-A1E3-1A3A-118A-925FB2CBF77D}"/>
              </a:ext>
            </a:extLst>
          </p:cNvPr>
          <p:cNvSpPr txBox="1"/>
          <p:nvPr/>
        </p:nvSpPr>
        <p:spPr>
          <a:xfrm>
            <a:off x="7033796" y="1608667"/>
            <a:ext cx="2296470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400" b="1" u="sng" dirty="0">
                <a:latin typeface="Baskerville Old Face" panose="02020602080505020303" pitchFamily="18" charset="0"/>
              </a:rPr>
              <a:t>CONTEXTE</a:t>
            </a:r>
            <a:endParaRPr lang="fr-FR" b="1" u="sng" dirty="0">
              <a:latin typeface="Baskerville Old Face" panose="02020602080505020303" pitchFamily="18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64F07CC-A439-3991-FF7A-F4A9C14DE12E}"/>
              </a:ext>
            </a:extLst>
          </p:cNvPr>
          <p:cNvSpPr/>
          <p:nvPr/>
        </p:nvSpPr>
        <p:spPr>
          <a:xfrm>
            <a:off x="8757576" y="1997110"/>
            <a:ext cx="2600270" cy="143189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ContrastingLeftFacing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Recherche rapide et simple d’un restaurants </a:t>
            </a:r>
            <a:endParaRPr lang="fr-FR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03D50EF-B428-951C-489F-704B3B2D2E3B}"/>
              </a:ext>
            </a:extLst>
          </p:cNvPr>
          <p:cNvSpPr/>
          <p:nvPr/>
        </p:nvSpPr>
        <p:spPr>
          <a:xfrm>
            <a:off x="7689486" y="3782963"/>
            <a:ext cx="2991911" cy="143189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ContrastingLeftFacing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La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possibilite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de commander ,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ou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reservez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depuis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chez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vous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endParaRPr lang="fr-FR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32D6BFD-2D3E-C793-D03A-172A9FBDE60A}"/>
              </a:ext>
            </a:extLst>
          </p:cNvPr>
          <p:cNvSpPr/>
          <p:nvPr/>
        </p:nvSpPr>
        <p:spPr>
          <a:xfrm>
            <a:off x="6726782" y="5141631"/>
            <a:ext cx="4042818" cy="15395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ContrastingLeftFacing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La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possibilite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comparez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les prix et de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trouvez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le restaurant le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mieux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adaptez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a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nos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envies et a </a:t>
            </a:r>
            <a:r>
              <a:rPr lang="en-US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notre</a:t>
            </a: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</a:rPr>
              <a:t> budget  </a:t>
            </a:r>
            <a:endParaRPr lang="fr-FR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3" name="Étoile à 5 branches 21">
            <a:extLst>
              <a:ext uri="{FF2B5EF4-FFF2-40B4-BE49-F238E27FC236}">
                <a16:creationId xmlns:a16="http://schemas.microsoft.com/office/drawing/2014/main" id="{7D509479-8F18-BD14-0FA2-F26B69CC6B12}"/>
              </a:ext>
            </a:extLst>
          </p:cNvPr>
          <p:cNvSpPr/>
          <p:nvPr/>
        </p:nvSpPr>
        <p:spPr>
          <a:xfrm>
            <a:off x="7738186" y="3438144"/>
            <a:ext cx="577462" cy="462314"/>
          </a:xfrm>
          <a:prstGeom prst="star5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Étoile à 5 branches 21">
            <a:extLst>
              <a:ext uri="{FF2B5EF4-FFF2-40B4-BE49-F238E27FC236}">
                <a16:creationId xmlns:a16="http://schemas.microsoft.com/office/drawing/2014/main" id="{6BC13B6B-603C-36C0-966B-63BDC9192D89}"/>
              </a:ext>
            </a:extLst>
          </p:cNvPr>
          <p:cNvSpPr/>
          <p:nvPr/>
        </p:nvSpPr>
        <p:spPr>
          <a:xfrm>
            <a:off x="8365776" y="2127750"/>
            <a:ext cx="577462" cy="46231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Étoile à 5 branches 21">
            <a:extLst>
              <a:ext uri="{FF2B5EF4-FFF2-40B4-BE49-F238E27FC236}">
                <a16:creationId xmlns:a16="http://schemas.microsoft.com/office/drawing/2014/main" id="{6769C4BA-89BB-3A62-2AB5-03D1447AD0B4}"/>
              </a:ext>
            </a:extLst>
          </p:cNvPr>
          <p:cNvSpPr/>
          <p:nvPr/>
        </p:nvSpPr>
        <p:spPr>
          <a:xfrm>
            <a:off x="6880222" y="4807550"/>
            <a:ext cx="577462" cy="462314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BEDDD37-AAFA-37E4-801F-E4E413855581}"/>
              </a:ext>
            </a:extLst>
          </p:cNvPr>
          <p:cNvSpPr txBox="1"/>
          <p:nvPr/>
        </p:nvSpPr>
        <p:spPr>
          <a:xfrm>
            <a:off x="2685551" y="1528721"/>
            <a:ext cx="2508444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400" b="1" u="sng" dirty="0">
                <a:latin typeface="Baskerville Old Face" panose="02020602080505020303" pitchFamily="18" charset="0"/>
              </a:rPr>
              <a:t>JUSTIFICATION</a:t>
            </a:r>
            <a:endParaRPr lang="fr-FR" b="1" u="sng" dirty="0">
              <a:latin typeface="Baskerville Old Face" panose="02020602080505020303" pitchFamily="18" charset="0"/>
            </a:endParaRPr>
          </a:p>
        </p:txBody>
      </p:sp>
      <p:sp>
        <p:nvSpPr>
          <p:cNvPr id="9" name="Étoile : 5 branches 8">
            <a:extLst>
              <a:ext uri="{FF2B5EF4-FFF2-40B4-BE49-F238E27FC236}">
                <a16:creationId xmlns:a16="http://schemas.microsoft.com/office/drawing/2014/main" id="{C812F1AB-6763-6D90-E5C9-9C5096B7FDAF}"/>
              </a:ext>
            </a:extLst>
          </p:cNvPr>
          <p:cNvSpPr/>
          <p:nvPr/>
        </p:nvSpPr>
        <p:spPr>
          <a:xfrm>
            <a:off x="10681398" y="6260123"/>
            <a:ext cx="506775" cy="4211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1B32012-549D-5D59-6490-924EBCF69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601" y="3465305"/>
            <a:ext cx="2056358" cy="3499096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0D60FB7-DEB6-02CD-EA71-9D98C0B6D98D}"/>
              </a:ext>
            </a:extLst>
          </p:cNvPr>
          <p:cNvGrpSpPr/>
          <p:nvPr/>
        </p:nvGrpSpPr>
        <p:grpSpPr>
          <a:xfrm flipH="1">
            <a:off x="1354102" y="1839499"/>
            <a:ext cx="2860896" cy="1903348"/>
            <a:chOff x="3706675" y="1997110"/>
            <a:chExt cx="2775226" cy="2117690"/>
          </a:xfrm>
        </p:grpSpPr>
        <p:sp>
          <p:nvSpPr>
            <p:cNvPr id="18" name="Phylactère : pensées 17">
              <a:extLst>
                <a:ext uri="{FF2B5EF4-FFF2-40B4-BE49-F238E27FC236}">
                  <a16:creationId xmlns:a16="http://schemas.microsoft.com/office/drawing/2014/main" id="{5A6006D7-7980-7C38-6C91-70AC3673501E}"/>
                </a:ext>
              </a:extLst>
            </p:cNvPr>
            <p:cNvSpPr/>
            <p:nvPr/>
          </p:nvSpPr>
          <p:spPr>
            <a:xfrm>
              <a:off x="3706675" y="1997110"/>
              <a:ext cx="2775226" cy="2117690"/>
            </a:xfrm>
            <a:prstGeom prst="cloudCallout">
              <a:avLst/>
            </a:prstGeom>
            <a:solidFill>
              <a:srgbClr val="F8EED5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3C9BCC0D-E8A2-0A67-4223-6057EEFB5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8133" y="2316009"/>
              <a:ext cx="1474308" cy="1474308"/>
            </a:xfrm>
            <a:prstGeom prst="rect">
              <a:avLst/>
            </a:prstGeom>
          </p:spPr>
        </p:pic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40C433E6-D816-C430-B1C6-9B23D11851D3}"/>
              </a:ext>
            </a:extLst>
          </p:cNvPr>
          <p:cNvGrpSpPr/>
          <p:nvPr/>
        </p:nvGrpSpPr>
        <p:grpSpPr>
          <a:xfrm>
            <a:off x="4232278" y="1826096"/>
            <a:ext cx="2766958" cy="1876276"/>
            <a:chOff x="3450934" y="1836102"/>
            <a:chExt cx="2860897" cy="1892618"/>
          </a:xfrm>
        </p:grpSpPr>
        <p:sp>
          <p:nvSpPr>
            <p:cNvPr id="24" name="Phylactère : pensées 23">
              <a:extLst>
                <a:ext uri="{FF2B5EF4-FFF2-40B4-BE49-F238E27FC236}">
                  <a16:creationId xmlns:a16="http://schemas.microsoft.com/office/drawing/2014/main" id="{64A39A74-29CC-E26A-094A-F7144EACF699}"/>
                </a:ext>
              </a:extLst>
            </p:cNvPr>
            <p:cNvSpPr/>
            <p:nvPr/>
          </p:nvSpPr>
          <p:spPr>
            <a:xfrm>
              <a:off x="3450934" y="1836102"/>
              <a:ext cx="2860897" cy="1892618"/>
            </a:xfrm>
            <a:prstGeom prst="cloudCallout">
              <a:avLst/>
            </a:prstGeom>
            <a:solidFill>
              <a:srgbClr val="FCF4D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6BD4E6F4-E67A-CD26-EF11-CCAE847CA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0052" y="2016745"/>
              <a:ext cx="1548265" cy="14344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811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1B4DEF64-9238-41AD-5905-F0747E7E7B9F}"/>
              </a:ext>
            </a:extLst>
          </p:cNvPr>
          <p:cNvGrpSpPr/>
          <p:nvPr/>
        </p:nvGrpSpPr>
        <p:grpSpPr>
          <a:xfrm>
            <a:off x="-332848" y="-57681"/>
            <a:ext cx="12533992" cy="6929313"/>
            <a:chOff x="-341992" y="-85114"/>
            <a:chExt cx="12533992" cy="6929313"/>
          </a:xfrm>
        </p:grpSpPr>
        <p:sp>
          <p:nvSpPr>
            <p:cNvPr id="5" name="Double vague 4">
              <a:extLst>
                <a:ext uri="{FF2B5EF4-FFF2-40B4-BE49-F238E27FC236}">
                  <a16:creationId xmlns:a16="http://schemas.microsoft.com/office/drawing/2014/main" id="{5575578D-1574-F2C1-93AF-234AF3A277D9}"/>
                </a:ext>
              </a:extLst>
            </p:cNvPr>
            <p:cNvSpPr/>
            <p:nvPr/>
          </p:nvSpPr>
          <p:spPr>
            <a:xfrm rot="5566112">
              <a:off x="-2869296" y="2442190"/>
              <a:ext cx="6929313" cy="1874706"/>
            </a:xfrm>
            <a:prstGeom prst="doubleWave">
              <a:avLst>
                <a:gd name="adj1" fmla="val 6250"/>
                <a:gd name="adj2" fmla="val 55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ABB44-901A-24ED-E78C-319159ADB06A}"/>
                </a:ext>
              </a:extLst>
            </p:cNvPr>
            <p:cNvSpPr/>
            <p:nvPr/>
          </p:nvSpPr>
          <p:spPr>
            <a:xfrm>
              <a:off x="11451771" y="-18288"/>
              <a:ext cx="740229" cy="6857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9C1F637-332E-5BE8-63F2-4FF21CA76235}"/>
              </a:ext>
            </a:extLst>
          </p:cNvPr>
          <p:cNvGrpSpPr/>
          <p:nvPr/>
        </p:nvGrpSpPr>
        <p:grpSpPr>
          <a:xfrm>
            <a:off x="1722041" y="625035"/>
            <a:ext cx="3099344" cy="3189583"/>
            <a:chOff x="1773718" y="597791"/>
            <a:chExt cx="3099344" cy="3189583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85395D83-CCF9-55EA-4127-B5061B246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17" t="13681" r="56117" b="75912"/>
            <a:stretch/>
          </p:blipFill>
          <p:spPr>
            <a:xfrm>
              <a:off x="1773718" y="597791"/>
              <a:ext cx="3099344" cy="2988631"/>
            </a:xfrm>
            <a:prstGeom prst="rect">
              <a:avLst/>
            </a:prstGeom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3BFD5B9-3CF5-D82D-F71F-44A44EB651A7}"/>
                </a:ext>
              </a:extLst>
            </p:cNvPr>
            <p:cNvSpPr txBox="1"/>
            <p:nvPr/>
          </p:nvSpPr>
          <p:spPr>
            <a:xfrm>
              <a:off x="2248311" y="3079488"/>
              <a:ext cx="18049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Baskerville Old Face" panose="02020602080505020303" pitchFamily="18" charset="0"/>
                </a:rPr>
                <a:t>M</a:t>
              </a:r>
              <a:r>
                <a:rPr lang="fr-FR" sz="2000" b="1" dirty="0" err="1">
                  <a:solidFill>
                    <a:srgbClr val="FF0000"/>
                  </a:solidFill>
                  <a:latin typeface="Baskerville Old Face" panose="02020602080505020303" pitchFamily="18" charset="0"/>
                </a:rPr>
                <a:t>anager</a:t>
              </a:r>
              <a:r>
                <a:rPr lang="fr-FR" sz="2000" b="1" dirty="0">
                  <a:solidFill>
                    <a:srgbClr val="FF0000"/>
                  </a:solidFill>
                  <a:latin typeface="Baskerville Old Face" panose="02020602080505020303" pitchFamily="18" charset="0"/>
                </a:rPr>
                <a:t> du restaurant</a:t>
              </a:r>
              <a:endParaRPr lang="fr-FR" b="1" dirty="0">
                <a:solidFill>
                  <a:srgbClr val="FF0000"/>
                </a:solidFill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0547603-E0DF-397E-4108-03C386339AD3}"/>
              </a:ext>
            </a:extLst>
          </p:cNvPr>
          <p:cNvGrpSpPr/>
          <p:nvPr/>
        </p:nvGrpSpPr>
        <p:grpSpPr>
          <a:xfrm>
            <a:off x="5556094" y="4165465"/>
            <a:ext cx="1889571" cy="2833592"/>
            <a:chOff x="5218784" y="952885"/>
            <a:chExt cx="1889571" cy="2833592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EB091B94-2196-573B-DA60-F05B5ED1F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84" t="13681" r="32065" b="75912"/>
            <a:stretch/>
          </p:blipFill>
          <p:spPr>
            <a:xfrm>
              <a:off x="5232714" y="952885"/>
              <a:ext cx="1875641" cy="2476115"/>
            </a:xfrm>
            <a:prstGeom prst="rect">
              <a:avLst/>
            </a:prstGeom>
          </p:spPr>
        </p:pic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2B66C2B2-5FC9-1E31-943C-4B955007F2B5}"/>
                </a:ext>
              </a:extLst>
            </p:cNvPr>
            <p:cNvSpPr txBox="1"/>
            <p:nvPr/>
          </p:nvSpPr>
          <p:spPr>
            <a:xfrm>
              <a:off x="5218784" y="3386367"/>
              <a:ext cx="18049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>
                  <a:solidFill>
                    <a:srgbClr val="FF0000"/>
                  </a:solidFill>
                  <a:latin typeface="Baskerville Old Face" panose="02020602080505020303" pitchFamily="18" charset="0"/>
                </a:rPr>
                <a:t>Client</a:t>
              </a:r>
              <a:endParaRPr lang="fr-FR" b="1" dirty="0">
                <a:solidFill>
                  <a:srgbClr val="FF0000"/>
                </a:solidFill>
                <a:latin typeface="Baskerville Old Face" panose="02020602080505020303" pitchFamily="18" charset="0"/>
              </a:endParaRP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ECB37FFC-0D7F-BEC3-B970-8C7E9BD5C0B3}"/>
              </a:ext>
            </a:extLst>
          </p:cNvPr>
          <p:cNvGrpSpPr/>
          <p:nvPr/>
        </p:nvGrpSpPr>
        <p:grpSpPr>
          <a:xfrm>
            <a:off x="8333221" y="372828"/>
            <a:ext cx="2150668" cy="3569223"/>
            <a:chOff x="7700755" y="597791"/>
            <a:chExt cx="2150668" cy="3569223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CC268972-2DCE-BB2F-F3AC-488E21EE9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4" t="13681" r="9159" b="75912"/>
            <a:stretch/>
          </p:blipFill>
          <p:spPr>
            <a:xfrm>
              <a:off x="7700755" y="597791"/>
              <a:ext cx="1875641" cy="3061392"/>
            </a:xfrm>
            <a:prstGeom prst="rect">
              <a:avLst/>
            </a:prstGeom>
          </p:spPr>
        </p:pic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D5AEA6C8-520C-A3E3-6D17-8B16A60B41FA}"/>
                </a:ext>
              </a:extLst>
            </p:cNvPr>
            <p:cNvSpPr txBox="1"/>
            <p:nvPr/>
          </p:nvSpPr>
          <p:spPr>
            <a:xfrm>
              <a:off x="8046477" y="3459128"/>
              <a:ext cx="18049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Baskerville Old Face" panose="02020602080505020303" pitchFamily="18" charset="0"/>
                </a:rPr>
                <a:t>P</a:t>
              </a:r>
              <a:r>
                <a:rPr lang="fr-FR" sz="2000" b="1" dirty="0" err="1">
                  <a:solidFill>
                    <a:srgbClr val="FF0000"/>
                  </a:solidFill>
                  <a:latin typeface="Baskerville Old Face" panose="02020602080505020303" pitchFamily="18" charset="0"/>
                </a:rPr>
                <a:t>ersonnel</a:t>
              </a:r>
              <a:r>
                <a:rPr lang="fr-FR" sz="2000" b="1" dirty="0">
                  <a:solidFill>
                    <a:srgbClr val="FF0000"/>
                  </a:solidFill>
                  <a:latin typeface="Baskerville Old Face" panose="02020602080505020303" pitchFamily="18" charset="0"/>
                </a:rPr>
                <a:t> du restaurants</a:t>
              </a:r>
              <a:endParaRPr lang="fr-FR" b="1" dirty="0">
                <a:solidFill>
                  <a:srgbClr val="FF0000"/>
                </a:solidFill>
                <a:latin typeface="Baskerville Old Face" panose="02020602080505020303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5495541-4F57-2B31-EE7D-1406B2ACFA13}"/>
              </a:ext>
            </a:extLst>
          </p:cNvPr>
          <p:cNvSpPr/>
          <p:nvPr/>
        </p:nvSpPr>
        <p:spPr>
          <a:xfrm>
            <a:off x="2700679" y="301870"/>
            <a:ext cx="679064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fr-FR" sz="3600" cap="none" spc="0" dirty="0">
                <a:ln/>
                <a:solidFill>
                  <a:schemeClr val="accent4"/>
                </a:solidFill>
                <a:effectLst/>
                <a:latin typeface="Baskerville Old Face" panose="02020602080505020303" pitchFamily="18" charset="0"/>
              </a:rPr>
              <a:t>SPECIFICATION DES BESOINS</a:t>
            </a:r>
            <a:endParaRPr lang="fr-FR" sz="5400" cap="none" spc="0" dirty="0">
              <a:ln/>
              <a:solidFill>
                <a:schemeClr val="accent4"/>
              </a:solidFill>
              <a:effectLst/>
              <a:latin typeface="Baskerville Old Face" panose="02020602080505020303" pitchFamily="18" charset="0"/>
            </a:endParaRPr>
          </a:p>
        </p:txBody>
      </p:sp>
      <p:sp>
        <p:nvSpPr>
          <p:cNvPr id="9" name="Étoile : 5 branches 8">
            <a:extLst>
              <a:ext uri="{FF2B5EF4-FFF2-40B4-BE49-F238E27FC236}">
                <a16:creationId xmlns:a16="http://schemas.microsoft.com/office/drawing/2014/main" id="{053D54AD-7B71-497A-101A-D48D24817E67}"/>
              </a:ext>
            </a:extLst>
          </p:cNvPr>
          <p:cNvSpPr/>
          <p:nvPr/>
        </p:nvSpPr>
        <p:spPr>
          <a:xfrm>
            <a:off x="10483889" y="5948624"/>
            <a:ext cx="714708" cy="63304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C97B8F9-9563-41EE-0EE5-A49C2F6EEC69}"/>
              </a:ext>
            </a:extLst>
          </p:cNvPr>
          <p:cNvSpPr/>
          <p:nvPr/>
        </p:nvSpPr>
        <p:spPr>
          <a:xfrm rot="16411768" flipH="1">
            <a:off x="2958701" y="1467452"/>
            <a:ext cx="3407455" cy="2974869"/>
          </a:xfrm>
          <a:prstGeom prst="arc">
            <a:avLst>
              <a:gd name="adj1" fmla="val 17844504"/>
              <a:gd name="adj2" fmla="val 354190"/>
            </a:avLst>
          </a:prstGeom>
          <a:ln w="152400">
            <a:solidFill>
              <a:schemeClr val="bg2"/>
            </a:solidFill>
            <a:headEnd type="triangl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8D8C524E-9331-AECC-B407-8185A3961B9A}"/>
              </a:ext>
            </a:extLst>
          </p:cNvPr>
          <p:cNvSpPr/>
          <p:nvPr/>
        </p:nvSpPr>
        <p:spPr>
          <a:xfrm rot="14833068">
            <a:off x="3947484" y="4709823"/>
            <a:ext cx="1995543" cy="1995543"/>
          </a:xfrm>
          <a:prstGeom prst="arc">
            <a:avLst>
              <a:gd name="adj1" fmla="val 993211"/>
              <a:gd name="adj2" fmla="val 6403230"/>
            </a:avLst>
          </a:prstGeom>
          <a:ln w="152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5F9FEC2-C735-0666-398B-0CFC1A1DC787}"/>
              </a:ext>
            </a:extLst>
          </p:cNvPr>
          <p:cNvSpPr/>
          <p:nvPr/>
        </p:nvSpPr>
        <p:spPr>
          <a:xfrm rot="11878627" flipH="1">
            <a:off x="2758092" y="3346553"/>
            <a:ext cx="1995543" cy="1995543"/>
          </a:xfrm>
          <a:prstGeom prst="arc">
            <a:avLst>
              <a:gd name="adj1" fmla="val 215411"/>
              <a:gd name="adj2" fmla="val 5728043"/>
            </a:avLst>
          </a:prstGeom>
          <a:ln w="152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25CFEBAB-4591-A989-8335-9192DAF9F3C2}"/>
              </a:ext>
            </a:extLst>
          </p:cNvPr>
          <p:cNvSpPr/>
          <p:nvPr/>
        </p:nvSpPr>
        <p:spPr>
          <a:xfrm rot="9830587">
            <a:off x="4669410" y="4007688"/>
            <a:ext cx="1995543" cy="1995543"/>
          </a:xfrm>
          <a:prstGeom prst="arc">
            <a:avLst>
              <a:gd name="adj1" fmla="val 17135255"/>
              <a:gd name="adj2" fmla="val 2283122"/>
            </a:avLst>
          </a:prstGeom>
          <a:ln w="152400">
            <a:solidFill>
              <a:schemeClr val="accent6"/>
            </a:solidFill>
            <a:headEnd type="triangl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16">
            <a:extLst>
              <a:ext uri="{FF2B5EF4-FFF2-40B4-BE49-F238E27FC236}">
                <a16:creationId xmlns:a16="http://schemas.microsoft.com/office/drawing/2014/main" id="{C6D5DF30-9648-2D23-49FD-2E6EA5B6FFED}"/>
              </a:ext>
            </a:extLst>
          </p:cNvPr>
          <p:cNvSpPr/>
          <p:nvPr/>
        </p:nvSpPr>
        <p:spPr>
          <a:xfrm>
            <a:off x="4222850" y="4012367"/>
            <a:ext cx="1115656" cy="1115656"/>
          </a:xfrm>
          <a:prstGeom prst="roundRect">
            <a:avLst/>
          </a:prstGeom>
          <a:solidFill>
            <a:srgbClr val="434343"/>
          </a:solidFill>
          <a:ln w="50800">
            <a:solidFill>
              <a:srgbClr val="434343"/>
            </a:solidFill>
          </a:ln>
          <a:effectLst>
            <a:outerShdw blurRad="228600" dist="228600" dir="54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45">
            <a:extLst>
              <a:ext uri="{FF2B5EF4-FFF2-40B4-BE49-F238E27FC236}">
                <a16:creationId xmlns:a16="http://schemas.microsoft.com/office/drawing/2014/main" id="{36890620-551E-203F-BEF4-89A29FF6282E}"/>
              </a:ext>
            </a:extLst>
          </p:cNvPr>
          <p:cNvSpPr txBox="1"/>
          <p:nvPr/>
        </p:nvSpPr>
        <p:spPr>
          <a:xfrm>
            <a:off x="4206361" y="4390341"/>
            <a:ext cx="1156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33" name="Flèche : droite 32">
            <a:extLst>
              <a:ext uri="{FF2B5EF4-FFF2-40B4-BE49-F238E27FC236}">
                <a16:creationId xmlns:a16="http://schemas.microsoft.com/office/drawing/2014/main" id="{C9384AD2-B26D-B1AB-97CE-DC60E72766B5}"/>
              </a:ext>
            </a:extLst>
          </p:cNvPr>
          <p:cNvSpPr/>
          <p:nvPr/>
        </p:nvSpPr>
        <p:spPr>
          <a:xfrm>
            <a:off x="5042524" y="2119350"/>
            <a:ext cx="3178997" cy="348390"/>
          </a:xfrm>
          <a:prstGeom prst="rightArrow">
            <a:avLst/>
          </a:prstGeom>
          <a:solidFill>
            <a:srgbClr val="9C6A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A76C8E25-0325-A7BE-2A25-2477E238F713}"/>
              </a:ext>
            </a:extLst>
          </p:cNvPr>
          <p:cNvSpPr/>
          <p:nvPr/>
        </p:nvSpPr>
        <p:spPr>
          <a:xfrm rot="8388945">
            <a:off x="7109931" y="4523923"/>
            <a:ext cx="2313219" cy="348390"/>
          </a:xfrm>
          <a:prstGeom prst="rightArrow">
            <a:avLst/>
          </a:prstGeom>
          <a:solidFill>
            <a:srgbClr val="9C6A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06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26" grpId="0" animBg="1"/>
      <p:bldP spid="30" grpId="0" animBg="1"/>
      <p:bldP spid="31" grpId="0" animBg="1"/>
      <p:bldP spid="32" grpId="0" animBg="1"/>
      <p:bldP spid="22" grpId="0" animBg="1"/>
      <p:bldP spid="23" grpId="0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44986CF-201E-2055-7D86-32B55352D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736" y="501772"/>
            <a:ext cx="6861252" cy="52257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CF28CE-DD20-D238-698A-F8A82664B058}"/>
              </a:ext>
            </a:extLst>
          </p:cNvPr>
          <p:cNvSpPr/>
          <p:nvPr/>
        </p:nvSpPr>
        <p:spPr>
          <a:xfrm>
            <a:off x="3414232" y="178608"/>
            <a:ext cx="414408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fr-FR" sz="3600" b="1" cap="none" spc="0" dirty="0">
                <a:ln/>
                <a:solidFill>
                  <a:schemeClr val="accent4"/>
                </a:solidFill>
                <a:effectLst/>
                <a:latin typeface="Baskerville Old Face" panose="02020602080505020303" pitchFamily="18" charset="0"/>
              </a:rPr>
              <a:t>METHODOLOGIE</a:t>
            </a:r>
            <a:endParaRPr lang="fr-FR" sz="5400" b="1" cap="none" spc="0" dirty="0">
              <a:ln/>
              <a:solidFill>
                <a:schemeClr val="accent4"/>
              </a:solidFill>
              <a:effectLst/>
              <a:latin typeface="Baskerville Old Face" panose="02020602080505020303" pitchFamily="18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55B9044E-B0A5-4BAC-048C-C917281D5892}"/>
              </a:ext>
            </a:extLst>
          </p:cNvPr>
          <p:cNvGrpSpPr/>
          <p:nvPr/>
        </p:nvGrpSpPr>
        <p:grpSpPr>
          <a:xfrm>
            <a:off x="-341992" y="-71313"/>
            <a:ext cx="12533992" cy="6929313"/>
            <a:chOff x="-341992" y="-85114"/>
            <a:chExt cx="12533992" cy="6929313"/>
          </a:xfrm>
        </p:grpSpPr>
        <p:sp>
          <p:nvSpPr>
            <p:cNvPr id="7" name="Double vague 6">
              <a:extLst>
                <a:ext uri="{FF2B5EF4-FFF2-40B4-BE49-F238E27FC236}">
                  <a16:creationId xmlns:a16="http://schemas.microsoft.com/office/drawing/2014/main" id="{32D5E39C-F4A8-251F-8D04-CA53A447F7BB}"/>
                </a:ext>
              </a:extLst>
            </p:cNvPr>
            <p:cNvSpPr/>
            <p:nvPr/>
          </p:nvSpPr>
          <p:spPr>
            <a:xfrm rot="5566112">
              <a:off x="-2869296" y="2442190"/>
              <a:ext cx="6929313" cy="1874706"/>
            </a:xfrm>
            <a:prstGeom prst="doubleWave">
              <a:avLst>
                <a:gd name="adj1" fmla="val 6250"/>
                <a:gd name="adj2" fmla="val 55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3F708F-1E44-DAB0-41F9-EF8B6EEC5579}"/>
                </a:ext>
              </a:extLst>
            </p:cNvPr>
            <p:cNvSpPr/>
            <p:nvPr/>
          </p:nvSpPr>
          <p:spPr>
            <a:xfrm>
              <a:off x="11451771" y="-18288"/>
              <a:ext cx="740229" cy="6857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0D222A9E-3EF0-1CB7-DD85-1C26188D9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724" y="3888712"/>
            <a:ext cx="5184950" cy="2893925"/>
          </a:xfrm>
          <a:prstGeom prst="rect">
            <a:avLst/>
          </a:prstGeom>
        </p:spPr>
      </p:pic>
      <p:sp>
        <p:nvSpPr>
          <p:cNvPr id="2" name="Étoile : 5 branches 1">
            <a:extLst>
              <a:ext uri="{FF2B5EF4-FFF2-40B4-BE49-F238E27FC236}">
                <a16:creationId xmlns:a16="http://schemas.microsoft.com/office/drawing/2014/main" id="{D4D65D1D-2661-C716-9325-7850BFA5419D}"/>
              </a:ext>
            </a:extLst>
          </p:cNvPr>
          <p:cNvSpPr/>
          <p:nvPr/>
        </p:nvSpPr>
        <p:spPr>
          <a:xfrm>
            <a:off x="10470382" y="6069204"/>
            <a:ext cx="740229" cy="713433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743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2CBAF43-D3C2-868E-2236-F8363C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8773" y="-34818"/>
            <a:ext cx="12750773" cy="6927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D4A536-7CD4-5091-3D7F-1D7C60893CCC}"/>
              </a:ext>
            </a:extLst>
          </p:cNvPr>
          <p:cNvSpPr/>
          <p:nvPr/>
        </p:nvSpPr>
        <p:spPr>
          <a:xfrm>
            <a:off x="2806946" y="-104637"/>
            <a:ext cx="525817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dirty="0">
                <a:ln/>
                <a:solidFill>
                  <a:schemeClr val="accent4"/>
                </a:solidFill>
                <a:latin typeface="Baskerville Old Face" panose="02020602080505020303" pitchFamily="18" charset="0"/>
              </a:rPr>
              <a:t>MODELS DE DONNEES</a:t>
            </a:r>
            <a:endParaRPr lang="fr-FR" sz="5400" b="1" cap="none" spc="0" dirty="0">
              <a:ln/>
              <a:solidFill>
                <a:schemeClr val="accent4"/>
              </a:solidFill>
              <a:effectLst/>
              <a:latin typeface="Baskerville Old Face" panose="02020602080505020303" pitchFamily="18" charset="0"/>
            </a:endParaRPr>
          </a:p>
        </p:txBody>
      </p:sp>
      <p:grpSp>
        <p:nvGrpSpPr>
          <p:cNvPr id="28" name="Group 3116">
            <a:extLst>
              <a:ext uri="{FF2B5EF4-FFF2-40B4-BE49-F238E27FC236}">
                <a16:creationId xmlns:a16="http://schemas.microsoft.com/office/drawing/2014/main" id="{C18596BE-F026-0E07-02D0-640CAE08BC1E}"/>
              </a:ext>
            </a:extLst>
          </p:cNvPr>
          <p:cNvGrpSpPr/>
          <p:nvPr/>
        </p:nvGrpSpPr>
        <p:grpSpPr>
          <a:xfrm flipV="1">
            <a:off x="3007035" y="606808"/>
            <a:ext cx="969652" cy="1684863"/>
            <a:chOff x="2756941" y="1865901"/>
            <a:chExt cx="602852" cy="964678"/>
          </a:xfrm>
        </p:grpSpPr>
        <p:grpSp>
          <p:nvGrpSpPr>
            <p:cNvPr id="29" name="Group 3105">
              <a:extLst>
                <a:ext uri="{FF2B5EF4-FFF2-40B4-BE49-F238E27FC236}">
                  <a16:creationId xmlns:a16="http://schemas.microsoft.com/office/drawing/2014/main" id="{9323A2AB-7D6F-5C3D-D814-C5EBD8C6527E}"/>
                </a:ext>
              </a:extLst>
            </p:cNvPr>
            <p:cNvGrpSpPr/>
            <p:nvPr/>
          </p:nvGrpSpPr>
          <p:grpSpPr>
            <a:xfrm>
              <a:off x="3020454" y="1952991"/>
              <a:ext cx="208412" cy="789835"/>
              <a:chOff x="2786255" y="1658565"/>
              <a:chExt cx="208412" cy="789835"/>
            </a:xfrm>
          </p:grpSpPr>
          <p:cxnSp>
            <p:nvCxnSpPr>
              <p:cNvPr id="41" name="Straight Connector 53">
                <a:extLst>
                  <a:ext uri="{FF2B5EF4-FFF2-40B4-BE49-F238E27FC236}">
                    <a16:creationId xmlns:a16="http://schemas.microsoft.com/office/drawing/2014/main" id="{8F106BB4-7AEF-E736-15B7-C97DA026A0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2799" y="2448400"/>
                <a:ext cx="20186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3079">
                <a:extLst>
                  <a:ext uri="{FF2B5EF4-FFF2-40B4-BE49-F238E27FC236}">
                    <a16:creationId xmlns:a16="http://schemas.microsoft.com/office/drawing/2014/main" id="{E827A70C-54B6-C683-DC4F-647604BA5A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6255" y="1660285"/>
                <a:ext cx="20841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3081">
                <a:extLst>
                  <a:ext uri="{FF2B5EF4-FFF2-40B4-BE49-F238E27FC236}">
                    <a16:creationId xmlns:a16="http://schemas.microsoft.com/office/drawing/2014/main" id="{22027D63-43A2-C0E8-5603-10623B7441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862" y="1658565"/>
                <a:ext cx="0" cy="78983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3084">
              <a:extLst>
                <a:ext uri="{FF2B5EF4-FFF2-40B4-BE49-F238E27FC236}">
                  <a16:creationId xmlns:a16="http://schemas.microsoft.com/office/drawing/2014/main" id="{04CCA8E5-53C8-5B7C-896B-4CDA81F6B77A}"/>
                </a:ext>
              </a:extLst>
            </p:cNvPr>
            <p:cNvGrpSpPr/>
            <p:nvPr/>
          </p:nvGrpSpPr>
          <p:grpSpPr>
            <a:xfrm rot="5400000">
              <a:off x="3179221" y="1865901"/>
              <a:ext cx="174179" cy="174179"/>
              <a:chOff x="1098389" y="2374226"/>
              <a:chExt cx="842356" cy="842356"/>
            </a:xfrm>
          </p:grpSpPr>
          <p:sp>
            <p:nvSpPr>
              <p:cNvPr id="37" name="Oval 3085">
                <a:extLst>
                  <a:ext uri="{FF2B5EF4-FFF2-40B4-BE49-F238E27FC236}">
                    <a16:creationId xmlns:a16="http://schemas.microsoft.com/office/drawing/2014/main" id="{6AB48E2F-A3E0-5511-15F8-7F6553F4BDD1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8" name="Group 3086">
                <a:extLst>
                  <a:ext uri="{FF2B5EF4-FFF2-40B4-BE49-F238E27FC236}">
                    <a16:creationId xmlns:a16="http://schemas.microsoft.com/office/drawing/2014/main" id="{B70BF5CF-7352-52EB-969E-97E3219DD2B7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39" name="Straight Connector 3087">
                  <a:extLst>
                    <a:ext uri="{FF2B5EF4-FFF2-40B4-BE49-F238E27FC236}">
                      <a16:creationId xmlns:a16="http://schemas.microsoft.com/office/drawing/2014/main" id="{4C4B9D85-B113-04C4-CADB-F3D806CA3C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088">
                  <a:extLst>
                    <a:ext uri="{FF2B5EF4-FFF2-40B4-BE49-F238E27FC236}">
                      <a16:creationId xmlns:a16="http://schemas.microsoft.com/office/drawing/2014/main" id="{4F952A78-9E86-D348-0563-33FDF0F2B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1" name="Straight Connector 3089">
              <a:extLst>
                <a:ext uri="{FF2B5EF4-FFF2-40B4-BE49-F238E27FC236}">
                  <a16:creationId xmlns:a16="http://schemas.microsoft.com/office/drawing/2014/main" id="{44CEA08E-2272-ABFA-7B39-6B93A84903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6941" y="2159710"/>
              <a:ext cx="240718" cy="3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07">
              <a:extLst>
                <a:ext uri="{FF2B5EF4-FFF2-40B4-BE49-F238E27FC236}">
                  <a16:creationId xmlns:a16="http://schemas.microsoft.com/office/drawing/2014/main" id="{5A3C874B-01BC-89EB-6F4A-9D6C3DE2FA0C}"/>
                </a:ext>
              </a:extLst>
            </p:cNvPr>
            <p:cNvGrpSpPr/>
            <p:nvPr/>
          </p:nvGrpSpPr>
          <p:grpSpPr>
            <a:xfrm rot="5400000">
              <a:off x="3185614" y="2656400"/>
              <a:ext cx="174179" cy="174179"/>
              <a:chOff x="1098389" y="2374226"/>
              <a:chExt cx="842356" cy="842356"/>
            </a:xfrm>
          </p:grpSpPr>
          <p:sp>
            <p:nvSpPr>
              <p:cNvPr id="33" name="Oval 3108">
                <a:extLst>
                  <a:ext uri="{FF2B5EF4-FFF2-40B4-BE49-F238E27FC236}">
                    <a16:creationId xmlns:a16="http://schemas.microsoft.com/office/drawing/2014/main" id="{119C7463-D578-02B6-B41C-D35DA71E6A0A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Group 3109">
                <a:extLst>
                  <a:ext uri="{FF2B5EF4-FFF2-40B4-BE49-F238E27FC236}">
                    <a16:creationId xmlns:a16="http://schemas.microsoft.com/office/drawing/2014/main" id="{B079E358-EAA6-A3BC-5BDD-DFA79AF781FC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35" name="Straight Connector 3110">
                  <a:extLst>
                    <a:ext uri="{FF2B5EF4-FFF2-40B4-BE49-F238E27FC236}">
                      <a16:creationId xmlns:a16="http://schemas.microsoft.com/office/drawing/2014/main" id="{10074203-9EEB-5CE9-920D-D717073931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111">
                  <a:extLst>
                    <a:ext uri="{FF2B5EF4-FFF2-40B4-BE49-F238E27FC236}">
                      <a16:creationId xmlns:a16="http://schemas.microsoft.com/office/drawing/2014/main" id="{3BB3A66D-C966-9C75-7EC3-8E490E3A84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5" name="Rectangle: Rounded Corners 42">
            <a:extLst>
              <a:ext uri="{FF2B5EF4-FFF2-40B4-BE49-F238E27FC236}">
                <a16:creationId xmlns:a16="http://schemas.microsoft.com/office/drawing/2014/main" id="{A391E9DF-2F6A-475E-BF25-DB3A6C631919}"/>
              </a:ext>
            </a:extLst>
          </p:cNvPr>
          <p:cNvSpPr/>
          <p:nvPr/>
        </p:nvSpPr>
        <p:spPr>
          <a:xfrm>
            <a:off x="4057355" y="502596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Client</a:t>
            </a:r>
          </a:p>
        </p:txBody>
      </p:sp>
      <p:grpSp>
        <p:nvGrpSpPr>
          <p:cNvPr id="49" name="Group 3116">
            <a:extLst>
              <a:ext uri="{FF2B5EF4-FFF2-40B4-BE49-F238E27FC236}">
                <a16:creationId xmlns:a16="http://schemas.microsoft.com/office/drawing/2014/main" id="{4CF06219-1E81-1323-DEB8-ECC6CFB5C076}"/>
              </a:ext>
            </a:extLst>
          </p:cNvPr>
          <p:cNvGrpSpPr/>
          <p:nvPr/>
        </p:nvGrpSpPr>
        <p:grpSpPr>
          <a:xfrm flipV="1">
            <a:off x="1658321" y="1256550"/>
            <a:ext cx="2380454" cy="1583579"/>
            <a:chOff x="2026157" y="1865901"/>
            <a:chExt cx="1333636" cy="964678"/>
          </a:xfrm>
        </p:grpSpPr>
        <p:grpSp>
          <p:nvGrpSpPr>
            <p:cNvPr id="50" name="Group 3105">
              <a:extLst>
                <a:ext uri="{FF2B5EF4-FFF2-40B4-BE49-F238E27FC236}">
                  <a16:creationId xmlns:a16="http://schemas.microsoft.com/office/drawing/2014/main" id="{45D3072E-40BA-A057-3BBF-2BAA54E97C06}"/>
                </a:ext>
              </a:extLst>
            </p:cNvPr>
            <p:cNvGrpSpPr/>
            <p:nvPr/>
          </p:nvGrpSpPr>
          <p:grpSpPr>
            <a:xfrm>
              <a:off x="3020454" y="1952991"/>
              <a:ext cx="208412" cy="789835"/>
              <a:chOff x="2786255" y="1658565"/>
              <a:chExt cx="208412" cy="789835"/>
            </a:xfrm>
          </p:grpSpPr>
          <p:cxnSp>
            <p:nvCxnSpPr>
              <p:cNvPr id="62" name="Straight Connector 53">
                <a:extLst>
                  <a:ext uri="{FF2B5EF4-FFF2-40B4-BE49-F238E27FC236}">
                    <a16:creationId xmlns:a16="http://schemas.microsoft.com/office/drawing/2014/main" id="{99286E84-A491-FA45-7343-B3E161332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2799" y="2448400"/>
                <a:ext cx="20186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3079">
                <a:extLst>
                  <a:ext uri="{FF2B5EF4-FFF2-40B4-BE49-F238E27FC236}">
                    <a16:creationId xmlns:a16="http://schemas.microsoft.com/office/drawing/2014/main" id="{6975870D-6088-6211-EFFE-A96C00823B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6255" y="1660285"/>
                <a:ext cx="20841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3081">
                <a:extLst>
                  <a:ext uri="{FF2B5EF4-FFF2-40B4-BE49-F238E27FC236}">
                    <a16:creationId xmlns:a16="http://schemas.microsoft.com/office/drawing/2014/main" id="{B6B8B22A-6E8F-46C1-5625-140E17D3B2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862" y="1658565"/>
                <a:ext cx="0" cy="78983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3084">
              <a:extLst>
                <a:ext uri="{FF2B5EF4-FFF2-40B4-BE49-F238E27FC236}">
                  <a16:creationId xmlns:a16="http://schemas.microsoft.com/office/drawing/2014/main" id="{E2B0C6C8-1FAD-B2B4-A861-7C96AB28A08F}"/>
                </a:ext>
              </a:extLst>
            </p:cNvPr>
            <p:cNvGrpSpPr/>
            <p:nvPr/>
          </p:nvGrpSpPr>
          <p:grpSpPr>
            <a:xfrm rot="5400000">
              <a:off x="3179221" y="1865901"/>
              <a:ext cx="174179" cy="174179"/>
              <a:chOff x="1098389" y="2374226"/>
              <a:chExt cx="842356" cy="842356"/>
            </a:xfrm>
          </p:grpSpPr>
          <p:sp>
            <p:nvSpPr>
              <p:cNvPr id="58" name="Oval 3085">
                <a:extLst>
                  <a:ext uri="{FF2B5EF4-FFF2-40B4-BE49-F238E27FC236}">
                    <a16:creationId xmlns:a16="http://schemas.microsoft.com/office/drawing/2014/main" id="{B3C31892-F3DE-6875-3EA4-C3E1EFACAE88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9" name="Group 3086">
                <a:extLst>
                  <a:ext uri="{FF2B5EF4-FFF2-40B4-BE49-F238E27FC236}">
                    <a16:creationId xmlns:a16="http://schemas.microsoft.com/office/drawing/2014/main" id="{1A70AF7C-0F34-44D2-66F9-DF9E61772F64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60" name="Straight Connector 3087">
                  <a:extLst>
                    <a:ext uri="{FF2B5EF4-FFF2-40B4-BE49-F238E27FC236}">
                      <a16:creationId xmlns:a16="http://schemas.microsoft.com/office/drawing/2014/main" id="{DA00936B-DAF7-C6B3-E5CF-40775952CB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3088">
                  <a:extLst>
                    <a:ext uri="{FF2B5EF4-FFF2-40B4-BE49-F238E27FC236}">
                      <a16:creationId xmlns:a16="http://schemas.microsoft.com/office/drawing/2014/main" id="{2B46BE2E-C53A-543B-86F7-EF4B85FC80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2" name="Straight Connector 3089">
              <a:extLst>
                <a:ext uri="{FF2B5EF4-FFF2-40B4-BE49-F238E27FC236}">
                  <a16:creationId xmlns:a16="http://schemas.microsoft.com/office/drawing/2014/main" id="{93E738F6-752F-08F2-DFDC-83ECC80229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26157" y="2655486"/>
              <a:ext cx="240718" cy="3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3107">
              <a:extLst>
                <a:ext uri="{FF2B5EF4-FFF2-40B4-BE49-F238E27FC236}">
                  <a16:creationId xmlns:a16="http://schemas.microsoft.com/office/drawing/2014/main" id="{4F6159BD-B93D-8C14-57FA-0667923CC90C}"/>
                </a:ext>
              </a:extLst>
            </p:cNvPr>
            <p:cNvGrpSpPr/>
            <p:nvPr/>
          </p:nvGrpSpPr>
          <p:grpSpPr>
            <a:xfrm rot="5400000">
              <a:off x="3185614" y="2656400"/>
              <a:ext cx="174179" cy="174179"/>
              <a:chOff x="1098389" y="2374226"/>
              <a:chExt cx="842356" cy="842356"/>
            </a:xfrm>
          </p:grpSpPr>
          <p:sp>
            <p:nvSpPr>
              <p:cNvPr id="54" name="Oval 3108">
                <a:extLst>
                  <a:ext uri="{FF2B5EF4-FFF2-40B4-BE49-F238E27FC236}">
                    <a16:creationId xmlns:a16="http://schemas.microsoft.com/office/drawing/2014/main" id="{016B857A-DACB-C0CA-A45C-9E484C1F498E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5" name="Group 3109">
                <a:extLst>
                  <a:ext uri="{FF2B5EF4-FFF2-40B4-BE49-F238E27FC236}">
                    <a16:creationId xmlns:a16="http://schemas.microsoft.com/office/drawing/2014/main" id="{1B738ABC-85D1-D626-312C-E41980239D05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56" name="Straight Connector 3110">
                  <a:extLst>
                    <a:ext uri="{FF2B5EF4-FFF2-40B4-BE49-F238E27FC236}">
                      <a16:creationId xmlns:a16="http://schemas.microsoft.com/office/drawing/2014/main" id="{4A4F4378-E90E-550F-654D-B029646F98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3111">
                  <a:extLst>
                    <a:ext uri="{FF2B5EF4-FFF2-40B4-BE49-F238E27FC236}">
                      <a16:creationId xmlns:a16="http://schemas.microsoft.com/office/drawing/2014/main" id="{D19A2D12-0BA3-DDBB-47B9-566513236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" name="Rectangle: Rounded Corners 41">
            <a:extLst>
              <a:ext uri="{FF2B5EF4-FFF2-40B4-BE49-F238E27FC236}">
                <a16:creationId xmlns:a16="http://schemas.microsoft.com/office/drawing/2014/main" id="{BE61B464-AF10-FD9B-8995-B1EF23271AA3}"/>
              </a:ext>
            </a:extLst>
          </p:cNvPr>
          <p:cNvSpPr/>
          <p:nvPr/>
        </p:nvSpPr>
        <p:spPr>
          <a:xfrm>
            <a:off x="1391441" y="1543049"/>
            <a:ext cx="1909482" cy="555703"/>
          </a:xfrm>
          <a:prstGeom prst="roundRect">
            <a:avLst>
              <a:gd name="adj" fmla="val 886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Application CLIENT</a:t>
            </a:r>
          </a:p>
        </p:txBody>
      </p:sp>
      <p:sp>
        <p:nvSpPr>
          <p:cNvPr id="65" name="Rectangle: Rounded Corners 42">
            <a:extLst>
              <a:ext uri="{FF2B5EF4-FFF2-40B4-BE49-F238E27FC236}">
                <a16:creationId xmlns:a16="http://schemas.microsoft.com/office/drawing/2014/main" id="{F280050D-E2A8-41E1-7FEE-036C9F617EFC}"/>
              </a:ext>
            </a:extLst>
          </p:cNvPr>
          <p:cNvSpPr/>
          <p:nvPr/>
        </p:nvSpPr>
        <p:spPr>
          <a:xfrm>
            <a:off x="4096273" y="1208172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Favories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42">
            <a:extLst>
              <a:ext uri="{FF2B5EF4-FFF2-40B4-BE49-F238E27FC236}">
                <a16:creationId xmlns:a16="http://schemas.microsoft.com/office/drawing/2014/main" id="{BA22C0C0-EE4C-FF79-54CB-FD5946AA1BFF}"/>
              </a:ext>
            </a:extLst>
          </p:cNvPr>
          <p:cNvSpPr/>
          <p:nvPr/>
        </p:nvSpPr>
        <p:spPr>
          <a:xfrm>
            <a:off x="4057355" y="1913748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Historiques</a:t>
            </a:r>
          </a:p>
        </p:txBody>
      </p:sp>
      <p:sp>
        <p:nvSpPr>
          <p:cNvPr id="67" name="Rectangle: Rounded Corners 42">
            <a:extLst>
              <a:ext uri="{FF2B5EF4-FFF2-40B4-BE49-F238E27FC236}">
                <a16:creationId xmlns:a16="http://schemas.microsoft.com/office/drawing/2014/main" id="{8E636B1B-C3EA-2886-5963-0FC21DE70403}"/>
              </a:ext>
            </a:extLst>
          </p:cNvPr>
          <p:cNvSpPr/>
          <p:nvPr/>
        </p:nvSpPr>
        <p:spPr>
          <a:xfrm>
            <a:off x="4101356" y="2525483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Signal</a:t>
            </a:r>
          </a:p>
        </p:txBody>
      </p:sp>
      <p:grpSp>
        <p:nvGrpSpPr>
          <p:cNvPr id="68" name="Group 3117">
            <a:extLst>
              <a:ext uri="{FF2B5EF4-FFF2-40B4-BE49-F238E27FC236}">
                <a16:creationId xmlns:a16="http://schemas.microsoft.com/office/drawing/2014/main" id="{4DB3052E-15D8-C01F-B0F5-EEC3DE66BF44}"/>
              </a:ext>
            </a:extLst>
          </p:cNvPr>
          <p:cNvGrpSpPr/>
          <p:nvPr/>
        </p:nvGrpSpPr>
        <p:grpSpPr>
          <a:xfrm>
            <a:off x="3207742" y="3251873"/>
            <a:ext cx="849608" cy="1162823"/>
            <a:chOff x="2783836" y="1865901"/>
            <a:chExt cx="575957" cy="964678"/>
          </a:xfrm>
        </p:grpSpPr>
        <p:grpSp>
          <p:nvGrpSpPr>
            <p:cNvPr id="69" name="Group 3118">
              <a:extLst>
                <a:ext uri="{FF2B5EF4-FFF2-40B4-BE49-F238E27FC236}">
                  <a16:creationId xmlns:a16="http://schemas.microsoft.com/office/drawing/2014/main" id="{A8B37639-C612-49A3-D16D-8AAF0758B34D}"/>
                </a:ext>
              </a:extLst>
            </p:cNvPr>
            <p:cNvGrpSpPr/>
            <p:nvPr/>
          </p:nvGrpSpPr>
          <p:grpSpPr>
            <a:xfrm>
              <a:off x="3024554" y="1952991"/>
              <a:ext cx="204312" cy="789835"/>
              <a:chOff x="2790355" y="1658565"/>
              <a:chExt cx="204312" cy="789835"/>
            </a:xfrm>
          </p:grpSpPr>
          <p:cxnSp>
            <p:nvCxnSpPr>
              <p:cNvPr id="81" name="Straight Connector 3130">
                <a:extLst>
                  <a:ext uri="{FF2B5EF4-FFF2-40B4-BE49-F238E27FC236}">
                    <a16:creationId xmlns:a16="http://schemas.microsoft.com/office/drawing/2014/main" id="{9FCF369A-309C-9E4F-AC56-62D02FA435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2799" y="2448400"/>
                <a:ext cx="20186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3131">
                <a:extLst>
                  <a:ext uri="{FF2B5EF4-FFF2-40B4-BE49-F238E27FC236}">
                    <a16:creationId xmlns:a16="http://schemas.microsoft.com/office/drawing/2014/main" id="{885BE355-C431-C763-B2C2-03A6346C78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92799" y="1658566"/>
                <a:ext cx="201868" cy="1719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3132">
                <a:extLst>
                  <a:ext uri="{FF2B5EF4-FFF2-40B4-BE49-F238E27FC236}">
                    <a16:creationId xmlns:a16="http://schemas.microsoft.com/office/drawing/2014/main" id="{F61DC854-1624-B06E-DABC-E773E7A91F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0355" y="1658565"/>
                <a:ext cx="0" cy="78983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3119">
              <a:extLst>
                <a:ext uri="{FF2B5EF4-FFF2-40B4-BE49-F238E27FC236}">
                  <a16:creationId xmlns:a16="http://schemas.microsoft.com/office/drawing/2014/main" id="{50F3E1AC-882C-0E20-EE50-B264A2541F0F}"/>
                </a:ext>
              </a:extLst>
            </p:cNvPr>
            <p:cNvGrpSpPr/>
            <p:nvPr/>
          </p:nvGrpSpPr>
          <p:grpSpPr>
            <a:xfrm rot="5400000">
              <a:off x="3179221" y="1865901"/>
              <a:ext cx="174179" cy="174179"/>
              <a:chOff x="1098389" y="2374226"/>
              <a:chExt cx="842356" cy="842356"/>
            </a:xfrm>
          </p:grpSpPr>
          <p:sp>
            <p:nvSpPr>
              <p:cNvPr id="77" name="Oval 3126">
                <a:extLst>
                  <a:ext uri="{FF2B5EF4-FFF2-40B4-BE49-F238E27FC236}">
                    <a16:creationId xmlns:a16="http://schemas.microsoft.com/office/drawing/2014/main" id="{C8D75232-8BB9-ED21-3B20-AD3E512C7188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8" name="Group 3127">
                <a:extLst>
                  <a:ext uri="{FF2B5EF4-FFF2-40B4-BE49-F238E27FC236}">
                    <a16:creationId xmlns:a16="http://schemas.microsoft.com/office/drawing/2014/main" id="{7E86D9E9-C3D8-E548-4D5A-A882510EA5D2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79" name="Straight Connector 3128">
                  <a:extLst>
                    <a:ext uri="{FF2B5EF4-FFF2-40B4-BE49-F238E27FC236}">
                      <a16:creationId xmlns:a16="http://schemas.microsoft.com/office/drawing/2014/main" id="{6CA2E915-109C-F9E2-C3FE-6DF55D8F41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3129">
                  <a:extLst>
                    <a:ext uri="{FF2B5EF4-FFF2-40B4-BE49-F238E27FC236}">
                      <a16:creationId xmlns:a16="http://schemas.microsoft.com/office/drawing/2014/main" id="{4CAC0802-F4F2-18C0-31A0-B1994785D5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1" name="Straight Connector 3120">
              <a:extLst>
                <a:ext uri="{FF2B5EF4-FFF2-40B4-BE49-F238E27FC236}">
                  <a16:creationId xmlns:a16="http://schemas.microsoft.com/office/drawing/2014/main" id="{B493299C-0D4B-1871-019F-5E49AAC3A2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3836" y="2333624"/>
              <a:ext cx="240718" cy="3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3121">
              <a:extLst>
                <a:ext uri="{FF2B5EF4-FFF2-40B4-BE49-F238E27FC236}">
                  <a16:creationId xmlns:a16="http://schemas.microsoft.com/office/drawing/2014/main" id="{78A6552F-A808-B751-B003-4817AB14D35B}"/>
                </a:ext>
              </a:extLst>
            </p:cNvPr>
            <p:cNvGrpSpPr/>
            <p:nvPr/>
          </p:nvGrpSpPr>
          <p:grpSpPr>
            <a:xfrm rot="5400000">
              <a:off x="3185614" y="2656400"/>
              <a:ext cx="174179" cy="174179"/>
              <a:chOff x="1098389" y="2374226"/>
              <a:chExt cx="842356" cy="842356"/>
            </a:xfrm>
          </p:grpSpPr>
          <p:sp>
            <p:nvSpPr>
              <p:cNvPr id="73" name="Oval 3122">
                <a:extLst>
                  <a:ext uri="{FF2B5EF4-FFF2-40B4-BE49-F238E27FC236}">
                    <a16:creationId xmlns:a16="http://schemas.microsoft.com/office/drawing/2014/main" id="{C87B11F9-6630-0AEC-6A94-3387161ADEAA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4" name="Group 3123">
                <a:extLst>
                  <a:ext uri="{FF2B5EF4-FFF2-40B4-BE49-F238E27FC236}">
                    <a16:creationId xmlns:a16="http://schemas.microsoft.com/office/drawing/2014/main" id="{91E73E02-95DD-71CB-F52C-3AAB9C2AF596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75" name="Straight Connector 3124">
                  <a:extLst>
                    <a:ext uri="{FF2B5EF4-FFF2-40B4-BE49-F238E27FC236}">
                      <a16:creationId xmlns:a16="http://schemas.microsoft.com/office/drawing/2014/main" id="{7DC8BD63-6FA8-2E25-D7CE-E599936A59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3125">
                  <a:extLst>
                    <a:ext uri="{FF2B5EF4-FFF2-40B4-BE49-F238E27FC236}">
                      <a16:creationId xmlns:a16="http://schemas.microsoft.com/office/drawing/2014/main" id="{0EB08495-6397-FD9B-DBE0-2A98B75274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" name="Rectangle: Rounded Corners 41">
            <a:extLst>
              <a:ext uri="{FF2B5EF4-FFF2-40B4-BE49-F238E27FC236}">
                <a16:creationId xmlns:a16="http://schemas.microsoft.com/office/drawing/2014/main" id="{E5CFF4C4-4EBB-6C59-6DB7-4D4C03C837CE}"/>
              </a:ext>
            </a:extLst>
          </p:cNvPr>
          <p:cNvSpPr/>
          <p:nvPr/>
        </p:nvSpPr>
        <p:spPr>
          <a:xfrm>
            <a:off x="1391441" y="3701180"/>
            <a:ext cx="1909482" cy="555703"/>
          </a:xfrm>
          <a:prstGeom prst="roundRect">
            <a:avLst>
              <a:gd name="adj" fmla="val 886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Application MANAGER</a:t>
            </a:r>
          </a:p>
        </p:txBody>
      </p:sp>
      <p:sp>
        <p:nvSpPr>
          <p:cNvPr id="84" name="Rectangle: Rounded Corners 42">
            <a:extLst>
              <a:ext uri="{FF2B5EF4-FFF2-40B4-BE49-F238E27FC236}">
                <a16:creationId xmlns:a16="http://schemas.microsoft.com/office/drawing/2014/main" id="{82515AE0-F297-D28D-3D6F-555005BA1667}"/>
              </a:ext>
            </a:extLst>
          </p:cNvPr>
          <p:cNvSpPr/>
          <p:nvPr/>
        </p:nvSpPr>
        <p:spPr>
          <a:xfrm>
            <a:off x="4115173" y="4093471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Note</a:t>
            </a:r>
          </a:p>
        </p:txBody>
      </p:sp>
      <p:sp>
        <p:nvSpPr>
          <p:cNvPr id="85" name="Rectangle: Rounded Corners 42">
            <a:extLst>
              <a:ext uri="{FF2B5EF4-FFF2-40B4-BE49-F238E27FC236}">
                <a16:creationId xmlns:a16="http://schemas.microsoft.com/office/drawing/2014/main" id="{0D038BF5-26FA-96BF-7A00-444E0C1A02EA}"/>
              </a:ext>
            </a:extLst>
          </p:cNvPr>
          <p:cNvSpPr/>
          <p:nvPr/>
        </p:nvSpPr>
        <p:spPr>
          <a:xfrm>
            <a:off x="4128131" y="3137218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Manager</a:t>
            </a:r>
          </a:p>
        </p:txBody>
      </p:sp>
      <p:grpSp>
        <p:nvGrpSpPr>
          <p:cNvPr id="134" name="Group 3116">
            <a:extLst>
              <a:ext uri="{FF2B5EF4-FFF2-40B4-BE49-F238E27FC236}">
                <a16:creationId xmlns:a16="http://schemas.microsoft.com/office/drawing/2014/main" id="{7F00010C-9545-A694-8B89-4221C43175FE}"/>
              </a:ext>
            </a:extLst>
          </p:cNvPr>
          <p:cNvGrpSpPr/>
          <p:nvPr/>
        </p:nvGrpSpPr>
        <p:grpSpPr>
          <a:xfrm>
            <a:off x="7601086" y="-34818"/>
            <a:ext cx="1836430" cy="2628062"/>
            <a:chOff x="2503177" y="1865901"/>
            <a:chExt cx="856616" cy="1618814"/>
          </a:xfrm>
        </p:grpSpPr>
        <p:grpSp>
          <p:nvGrpSpPr>
            <p:cNvPr id="135" name="Group 3105">
              <a:extLst>
                <a:ext uri="{FF2B5EF4-FFF2-40B4-BE49-F238E27FC236}">
                  <a16:creationId xmlns:a16="http://schemas.microsoft.com/office/drawing/2014/main" id="{1C56F790-946B-2A1D-5FA6-7FC49F95DC00}"/>
                </a:ext>
              </a:extLst>
            </p:cNvPr>
            <p:cNvGrpSpPr/>
            <p:nvPr/>
          </p:nvGrpSpPr>
          <p:grpSpPr>
            <a:xfrm>
              <a:off x="3020454" y="1952991"/>
              <a:ext cx="208412" cy="789835"/>
              <a:chOff x="2786255" y="1658565"/>
              <a:chExt cx="208412" cy="789835"/>
            </a:xfrm>
          </p:grpSpPr>
          <p:cxnSp>
            <p:nvCxnSpPr>
              <p:cNvPr id="147" name="Straight Connector 53">
                <a:extLst>
                  <a:ext uri="{FF2B5EF4-FFF2-40B4-BE49-F238E27FC236}">
                    <a16:creationId xmlns:a16="http://schemas.microsoft.com/office/drawing/2014/main" id="{A518CBFE-F63E-A2F0-8D1E-8CE58F408D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2799" y="2448400"/>
                <a:ext cx="20186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3079">
                <a:extLst>
                  <a:ext uri="{FF2B5EF4-FFF2-40B4-BE49-F238E27FC236}">
                    <a16:creationId xmlns:a16="http://schemas.microsoft.com/office/drawing/2014/main" id="{EC83AD20-85F0-D180-7955-6375140B94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6255" y="1660285"/>
                <a:ext cx="20841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3081">
                <a:extLst>
                  <a:ext uri="{FF2B5EF4-FFF2-40B4-BE49-F238E27FC236}">
                    <a16:creationId xmlns:a16="http://schemas.microsoft.com/office/drawing/2014/main" id="{3ECAB658-E718-5BBE-F7BF-AF479B3856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862" y="1658565"/>
                <a:ext cx="0" cy="78983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6" name="Group 3084">
              <a:extLst>
                <a:ext uri="{FF2B5EF4-FFF2-40B4-BE49-F238E27FC236}">
                  <a16:creationId xmlns:a16="http://schemas.microsoft.com/office/drawing/2014/main" id="{55EB6DC6-07AC-64DC-94DF-D6DE83D2E181}"/>
                </a:ext>
              </a:extLst>
            </p:cNvPr>
            <p:cNvGrpSpPr/>
            <p:nvPr/>
          </p:nvGrpSpPr>
          <p:grpSpPr>
            <a:xfrm rot="5400000">
              <a:off x="3179221" y="1865901"/>
              <a:ext cx="174179" cy="174179"/>
              <a:chOff x="1098389" y="2374226"/>
              <a:chExt cx="842356" cy="842356"/>
            </a:xfrm>
          </p:grpSpPr>
          <p:sp>
            <p:nvSpPr>
              <p:cNvPr id="143" name="Oval 3085">
                <a:extLst>
                  <a:ext uri="{FF2B5EF4-FFF2-40B4-BE49-F238E27FC236}">
                    <a16:creationId xmlns:a16="http://schemas.microsoft.com/office/drawing/2014/main" id="{9BA72A61-621B-DFF8-EA5C-35AFBC0B4D0C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" name="Group 3086">
                <a:extLst>
                  <a:ext uri="{FF2B5EF4-FFF2-40B4-BE49-F238E27FC236}">
                    <a16:creationId xmlns:a16="http://schemas.microsoft.com/office/drawing/2014/main" id="{DB6219DA-9CAC-4393-20AF-43ACD25A4210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145" name="Straight Connector 3087">
                  <a:extLst>
                    <a:ext uri="{FF2B5EF4-FFF2-40B4-BE49-F238E27FC236}">
                      <a16:creationId xmlns:a16="http://schemas.microsoft.com/office/drawing/2014/main" id="{99A0CD8D-3794-00B9-FE01-9CCE18A068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3088">
                  <a:extLst>
                    <a:ext uri="{FF2B5EF4-FFF2-40B4-BE49-F238E27FC236}">
                      <a16:creationId xmlns:a16="http://schemas.microsoft.com/office/drawing/2014/main" id="{85CE177D-B99F-506D-F4FE-ADAF36E40E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7" name="Straight Connector 3089">
              <a:extLst>
                <a:ext uri="{FF2B5EF4-FFF2-40B4-BE49-F238E27FC236}">
                  <a16:creationId xmlns:a16="http://schemas.microsoft.com/office/drawing/2014/main" id="{CD83B7D8-1D61-79C3-A1E5-9CFACB8EE8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3177" y="3484381"/>
              <a:ext cx="240718" cy="3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Group 3107">
              <a:extLst>
                <a:ext uri="{FF2B5EF4-FFF2-40B4-BE49-F238E27FC236}">
                  <a16:creationId xmlns:a16="http://schemas.microsoft.com/office/drawing/2014/main" id="{1CB71B2C-7DB8-0EA3-BFB2-2FBED4F4F20B}"/>
                </a:ext>
              </a:extLst>
            </p:cNvPr>
            <p:cNvGrpSpPr/>
            <p:nvPr/>
          </p:nvGrpSpPr>
          <p:grpSpPr>
            <a:xfrm rot="5400000">
              <a:off x="3185614" y="2656400"/>
              <a:ext cx="174179" cy="174179"/>
              <a:chOff x="1098389" y="2374226"/>
              <a:chExt cx="842356" cy="842356"/>
            </a:xfrm>
          </p:grpSpPr>
          <p:sp>
            <p:nvSpPr>
              <p:cNvPr id="139" name="Oval 3108">
                <a:extLst>
                  <a:ext uri="{FF2B5EF4-FFF2-40B4-BE49-F238E27FC236}">
                    <a16:creationId xmlns:a16="http://schemas.microsoft.com/office/drawing/2014/main" id="{BE27E2BD-8F2E-A795-CA34-2FC6CD22E9FD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0" name="Group 3109">
                <a:extLst>
                  <a:ext uri="{FF2B5EF4-FFF2-40B4-BE49-F238E27FC236}">
                    <a16:creationId xmlns:a16="http://schemas.microsoft.com/office/drawing/2014/main" id="{C8AA7720-5103-1620-ABB7-CD63F04D0F20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141" name="Straight Connector 3110">
                  <a:extLst>
                    <a:ext uri="{FF2B5EF4-FFF2-40B4-BE49-F238E27FC236}">
                      <a16:creationId xmlns:a16="http://schemas.microsoft.com/office/drawing/2014/main" id="{86A814F1-C061-9F8D-E911-C03C27166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3111">
                  <a:extLst>
                    <a:ext uri="{FF2B5EF4-FFF2-40B4-BE49-F238E27FC236}">
                      <a16:creationId xmlns:a16="http://schemas.microsoft.com/office/drawing/2014/main" id="{43275347-A9A5-C15A-F6FB-1492A1CF58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0" name="Group 3116">
            <a:extLst>
              <a:ext uri="{FF2B5EF4-FFF2-40B4-BE49-F238E27FC236}">
                <a16:creationId xmlns:a16="http://schemas.microsoft.com/office/drawing/2014/main" id="{D7B7C1BC-1F9C-B69F-5363-716134A40675}"/>
              </a:ext>
            </a:extLst>
          </p:cNvPr>
          <p:cNvGrpSpPr/>
          <p:nvPr/>
        </p:nvGrpSpPr>
        <p:grpSpPr>
          <a:xfrm>
            <a:off x="7601086" y="667534"/>
            <a:ext cx="1821423" cy="2197213"/>
            <a:chOff x="2487502" y="1865901"/>
            <a:chExt cx="872291" cy="964678"/>
          </a:xfrm>
        </p:grpSpPr>
        <p:grpSp>
          <p:nvGrpSpPr>
            <p:cNvPr id="151" name="Group 3105">
              <a:extLst>
                <a:ext uri="{FF2B5EF4-FFF2-40B4-BE49-F238E27FC236}">
                  <a16:creationId xmlns:a16="http://schemas.microsoft.com/office/drawing/2014/main" id="{06329B41-ED7E-3FFE-440E-B4AB995556A3}"/>
                </a:ext>
              </a:extLst>
            </p:cNvPr>
            <p:cNvGrpSpPr/>
            <p:nvPr/>
          </p:nvGrpSpPr>
          <p:grpSpPr>
            <a:xfrm>
              <a:off x="3020454" y="1952991"/>
              <a:ext cx="208412" cy="789835"/>
              <a:chOff x="2786255" y="1658565"/>
              <a:chExt cx="208412" cy="789835"/>
            </a:xfrm>
          </p:grpSpPr>
          <p:cxnSp>
            <p:nvCxnSpPr>
              <p:cNvPr id="163" name="Straight Connector 53">
                <a:extLst>
                  <a:ext uri="{FF2B5EF4-FFF2-40B4-BE49-F238E27FC236}">
                    <a16:creationId xmlns:a16="http://schemas.microsoft.com/office/drawing/2014/main" id="{EA3C05F8-0554-FF9B-ECE6-48F1AFB5AA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2799" y="2448400"/>
                <a:ext cx="20186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3079">
                <a:extLst>
                  <a:ext uri="{FF2B5EF4-FFF2-40B4-BE49-F238E27FC236}">
                    <a16:creationId xmlns:a16="http://schemas.microsoft.com/office/drawing/2014/main" id="{A97DE1DE-7863-EC91-8E4C-3EB4B24B02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6255" y="1660285"/>
                <a:ext cx="20841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3081">
                <a:extLst>
                  <a:ext uri="{FF2B5EF4-FFF2-40B4-BE49-F238E27FC236}">
                    <a16:creationId xmlns:a16="http://schemas.microsoft.com/office/drawing/2014/main" id="{15C1B5BA-1B42-70E9-E7C3-55C08ADF40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862" y="1658565"/>
                <a:ext cx="0" cy="78983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Group 3084">
              <a:extLst>
                <a:ext uri="{FF2B5EF4-FFF2-40B4-BE49-F238E27FC236}">
                  <a16:creationId xmlns:a16="http://schemas.microsoft.com/office/drawing/2014/main" id="{4D2C5D52-DCA4-D156-F176-85FFFD779A56}"/>
                </a:ext>
              </a:extLst>
            </p:cNvPr>
            <p:cNvGrpSpPr/>
            <p:nvPr/>
          </p:nvGrpSpPr>
          <p:grpSpPr>
            <a:xfrm rot="5400000">
              <a:off x="3179221" y="1865901"/>
              <a:ext cx="174179" cy="174179"/>
              <a:chOff x="1098389" y="2374226"/>
              <a:chExt cx="842356" cy="842356"/>
            </a:xfrm>
          </p:grpSpPr>
          <p:sp>
            <p:nvSpPr>
              <p:cNvPr id="159" name="Oval 3085">
                <a:extLst>
                  <a:ext uri="{FF2B5EF4-FFF2-40B4-BE49-F238E27FC236}">
                    <a16:creationId xmlns:a16="http://schemas.microsoft.com/office/drawing/2014/main" id="{5BF17C1B-0849-2DE2-4AE1-9C644C667343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0" name="Group 3086">
                <a:extLst>
                  <a:ext uri="{FF2B5EF4-FFF2-40B4-BE49-F238E27FC236}">
                    <a16:creationId xmlns:a16="http://schemas.microsoft.com/office/drawing/2014/main" id="{6E7BAFCF-C6AF-4FD2-787C-EE0B4C28A7F4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161" name="Straight Connector 3087">
                  <a:extLst>
                    <a:ext uri="{FF2B5EF4-FFF2-40B4-BE49-F238E27FC236}">
                      <a16:creationId xmlns:a16="http://schemas.microsoft.com/office/drawing/2014/main" id="{E91D6D9B-8974-2C9C-CC86-461E2385F7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3088">
                  <a:extLst>
                    <a:ext uri="{FF2B5EF4-FFF2-40B4-BE49-F238E27FC236}">
                      <a16:creationId xmlns:a16="http://schemas.microsoft.com/office/drawing/2014/main" id="{20C34B3A-1C6E-B937-445C-B991201922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53" name="Straight Connector 3089">
              <a:extLst>
                <a:ext uri="{FF2B5EF4-FFF2-40B4-BE49-F238E27FC236}">
                  <a16:creationId xmlns:a16="http://schemas.microsoft.com/office/drawing/2014/main" id="{717E6863-A861-FC7C-2DB2-087ABCCDA1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7502" y="2742826"/>
              <a:ext cx="240718" cy="3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Group 3107">
              <a:extLst>
                <a:ext uri="{FF2B5EF4-FFF2-40B4-BE49-F238E27FC236}">
                  <a16:creationId xmlns:a16="http://schemas.microsoft.com/office/drawing/2014/main" id="{263EED7C-0725-631D-F623-90810DDD512A}"/>
                </a:ext>
              </a:extLst>
            </p:cNvPr>
            <p:cNvGrpSpPr/>
            <p:nvPr/>
          </p:nvGrpSpPr>
          <p:grpSpPr>
            <a:xfrm rot="5400000">
              <a:off x="3185614" y="2656400"/>
              <a:ext cx="174179" cy="174179"/>
              <a:chOff x="1098389" y="2374226"/>
              <a:chExt cx="842356" cy="842356"/>
            </a:xfrm>
          </p:grpSpPr>
          <p:sp>
            <p:nvSpPr>
              <p:cNvPr id="155" name="Oval 3108">
                <a:extLst>
                  <a:ext uri="{FF2B5EF4-FFF2-40B4-BE49-F238E27FC236}">
                    <a16:creationId xmlns:a16="http://schemas.microsoft.com/office/drawing/2014/main" id="{117AD360-89DC-55A4-6177-55DABB58F421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3109">
                <a:extLst>
                  <a:ext uri="{FF2B5EF4-FFF2-40B4-BE49-F238E27FC236}">
                    <a16:creationId xmlns:a16="http://schemas.microsoft.com/office/drawing/2014/main" id="{C1459AE9-FEA2-2ACA-17C7-8879B69D42ED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157" name="Straight Connector 3110">
                  <a:extLst>
                    <a:ext uri="{FF2B5EF4-FFF2-40B4-BE49-F238E27FC236}">
                      <a16:creationId xmlns:a16="http://schemas.microsoft.com/office/drawing/2014/main" id="{ECC2C213-7451-385E-BF63-B8E15F192F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3111">
                  <a:extLst>
                    <a:ext uri="{FF2B5EF4-FFF2-40B4-BE49-F238E27FC236}">
                      <a16:creationId xmlns:a16="http://schemas.microsoft.com/office/drawing/2014/main" id="{DFE4AFC1-7EB2-05BE-D2BB-07502D5C05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6" name="Group 3116">
            <a:extLst>
              <a:ext uri="{FF2B5EF4-FFF2-40B4-BE49-F238E27FC236}">
                <a16:creationId xmlns:a16="http://schemas.microsoft.com/office/drawing/2014/main" id="{D16E7609-756B-AEB5-A1AC-4E4AF12B078D}"/>
              </a:ext>
            </a:extLst>
          </p:cNvPr>
          <p:cNvGrpSpPr/>
          <p:nvPr/>
        </p:nvGrpSpPr>
        <p:grpSpPr>
          <a:xfrm>
            <a:off x="7593158" y="1797068"/>
            <a:ext cx="1856892" cy="2089097"/>
            <a:chOff x="2497708" y="1865901"/>
            <a:chExt cx="862085" cy="964678"/>
          </a:xfrm>
        </p:grpSpPr>
        <p:grpSp>
          <p:nvGrpSpPr>
            <p:cNvPr id="167" name="Group 3105">
              <a:extLst>
                <a:ext uri="{FF2B5EF4-FFF2-40B4-BE49-F238E27FC236}">
                  <a16:creationId xmlns:a16="http://schemas.microsoft.com/office/drawing/2014/main" id="{16722609-336D-2389-0745-2A793A9B9D97}"/>
                </a:ext>
              </a:extLst>
            </p:cNvPr>
            <p:cNvGrpSpPr/>
            <p:nvPr/>
          </p:nvGrpSpPr>
          <p:grpSpPr>
            <a:xfrm>
              <a:off x="3020454" y="1952991"/>
              <a:ext cx="208412" cy="789835"/>
              <a:chOff x="2786255" y="1658565"/>
              <a:chExt cx="208412" cy="789835"/>
            </a:xfrm>
          </p:grpSpPr>
          <p:cxnSp>
            <p:nvCxnSpPr>
              <p:cNvPr id="179" name="Straight Connector 53">
                <a:extLst>
                  <a:ext uri="{FF2B5EF4-FFF2-40B4-BE49-F238E27FC236}">
                    <a16:creationId xmlns:a16="http://schemas.microsoft.com/office/drawing/2014/main" id="{CD90728C-47C5-F0DC-3CEC-E19C22E277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2799" y="2448400"/>
                <a:ext cx="20186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3079">
                <a:extLst>
                  <a:ext uri="{FF2B5EF4-FFF2-40B4-BE49-F238E27FC236}">
                    <a16:creationId xmlns:a16="http://schemas.microsoft.com/office/drawing/2014/main" id="{D469B416-FE4D-DC24-139F-9EA018FBBA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6255" y="1660285"/>
                <a:ext cx="20841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3081">
                <a:extLst>
                  <a:ext uri="{FF2B5EF4-FFF2-40B4-BE49-F238E27FC236}">
                    <a16:creationId xmlns:a16="http://schemas.microsoft.com/office/drawing/2014/main" id="{73F11C65-E528-A486-83EA-B95B0D1BD3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862" y="1658565"/>
                <a:ext cx="0" cy="78983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Group 3084">
              <a:extLst>
                <a:ext uri="{FF2B5EF4-FFF2-40B4-BE49-F238E27FC236}">
                  <a16:creationId xmlns:a16="http://schemas.microsoft.com/office/drawing/2014/main" id="{F83ECFF7-3C52-8966-ADD7-425EFD6669F9}"/>
                </a:ext>
              </a:extLst>
            </p:cNvPr>
            <p:cNvGrpSpPr/>
            <p:nvPr/>
          </p:nvGrpSpPr>
          <p:grpSpPr>
            <a:xfrm rot="5400000">
              <a:off x="3179221" y="1865901"/>
              <a:ext cx="174179" cy="174179"/>
              <a:chOff x="1098389" y="2374226"/>
              <a:chExt cx="842356" cy="842356"/>
            </a:xfrm>
          </p:grpSpPr>
          <p:sp>
            <p:nvSpPr>
              <p:cNvPr id="175" name="Oval 3085">
                <a:extLst>
                  <a:ext uri="{FF2B5EF4-FFF2-40B4-BE49-F238E27FC236}">
                    <a16:creationId xmlns:a16="http://schemas.microsoft.com/office/drawing/2014/main" id="{48A04948-92A5-7913-EFDF-BE0B722F85D0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3086">
                <a:extLst>
                  <a:ext uri="{FF2B5EF4-FFF2-40B4-BE49-F238E27FC236}">
                    <a16:creationId xmlns:a16="http://schemas.microsoft.com/office/drawing/2014/main" id="{31DC3007-B346-BD75-9BC6-E765350231ED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177" name="Straight Connector 3087">
                  <a:extLst>
                    <a:ext uri="{FF2B5EF4-FFF2-40B4-BE49-F238E27FC236}">
                      <a16:creationId xmlns:a16="http://schemas.microsoft.com/office/drawing/2014/main" id="{3C713078-904B-C8FF-EEEE-D626BA5730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3088">
                  <a:extLst>
                    <a:ext uri="{FF2B5EF4-FFF2-40B4-BE49-F238E27FC236}">
                      <a16:creationId xmlns:a16="http://schemas.microsoft.com/office/drawing/2014/main" id="{42783D49-FD8D-70BF-D74A-58F71DD614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69" name="Straight Connector 3089">
              <a:extLst>
                <a:ext uri="{FF2B5EF4-FFF2-40B4-BE49-F238E27FC236}">
                  <a16:creationId xmlns:a16="http://schemas.microsoft.com/office/drawing/2014/main" id="{88D40A8E-385D-62C0-2F0D-5BFD2A918C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7708" y="2200055"/>
              <a:ext cx="240718" cy="3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0" name="Group 3107">
              <a:extLst>
                <a:ext uri="{FF2B5EF4-FFF2-40B4-BE49-F238E27FC236}">
                  <a16:creationId xmlns:a16="http://schemas.microsoft.com/office/drawing/2014/main" id="{9C8D06B4-306C-5134-C2A8-CA65CBDB6C8A}"/>
                </a:ext>
              </a:extLst>
            </p:cNvPr>
            <p:cNvGrpSpPr/>
            <p:nvPr/>
          </p:nvGrpSpPr>
          <p:grpSpPr>
            <a:xfrm rot="5400000">
              <a:off x="3185614" y="2656400"/>
              <a:ext cx="174179" cy="174179"/>
              <a:chOff x="1098389" y="2374226"/>
              <a:chExt cx="842356" cy="842356"/>
            </a:xfrm>
          </p:grpSpPr>
          <p:sp>
            <p:nvSpPr>
              <p:cNvPr id="171" name="Oval 3108">
                <a:extLst>
                  <a:ext uri="{FF2B5EF4-FFF2-40B4-BE49-F238E27FC236}">
                    <a16:creationId xmlns:a16="http://schemas.microsoft.com/office/drawing/2014/main" id="{7CD07532-23FD-09B2-CDBF-88620CCE2DC4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" name="Group 3109">
                <a:extLst>
                  <a:ext uri="{FF2B5EF4-FFF2-40B4-BE49-F238E27FC236}">
                    <a16:creationId xmlns:a16="http://schemas.microsoft.com/office/drawing/2014/main" id="{DC07217B-62C1-AE8A-B95C-6E58986B9220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173" name="Straight Connector 3110">
                  <a:extLst>
                    <a:ext uri="{FF2B5EF4-FFF2-40B4-BE49-F238E27FC236}">
                      <a16:creationId xmlns:a16="http://schemas.microsoft.com/office/drawing/2014/main" id="{8AED817F-AE84-F57D-8075-CB9A11433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3111">
                  <a:extLst>
                    <a:ext uri="{FF2B5EF4-FFF2-40B4-BE49-F238E27FC236}">
                      <a16:creationId xmlns:a16="http://schemas.microsoft.com/office/drawing/2014/main" id="{A31BB8E4-DBB5-C0AC-3656-5F9A31EED8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82" name="Group 3116">
            <a:extLst>
              <a:ext uri="{FF2B5EF4-FFF2-40B4-BE49-F238E27FC236}">
                <a16:creationId xmlns:a16="http://schemas.microsoft.com/office/drawing/2014/main" id="{63EB01EF-04C7-57F2-ED89-D2E9EA09D80C}"/>
              </a:ext>
            </a:extLst>
          </p:cNvPr>
          <p:cNvGrpSpPr/>
          <p:nvPr/>
        </p:nvGrpSpPr>
        <p:grpSpPr>
          <a:xfrm>
            <a:off x="8195360" y="2409299"/>
            <a:ext cx="1268737" cy="2114021"/>
            <a:chOff x="2782274" y="1456990"/>
            <a:chExt cx="577519" cy="1373589"/>
          </a:xfrm>
        </p:grpSpPr>
        <p:grpSp>
          <p:nvGrpSpPr>
            <p:cNvPr id="183" name="Group 3105">
              <a:extLst>
                <a:ext uri="{FF2B5EF4-FFF2-40B4-BE49-F238E27FC236}">
                  <a16:creationId xmlns:a16="http://schemas.microsoft.com/office/drawing/2014/main" id="{6A7FE19C-4196-2DFA-D9DA-401DA56AC842}"/>
                </a:ext>
              </a:extLst>
            </p:cNvPr>
            <p:cNvGrpSpPr/>
            <p:nvPr/>
          </p:nvGrpSpPr>
          <p:grpSpPr>
            <a:xfrm>
              <a:off x="3020454" y="1952991"/>
              <a:ext cx="208412" cy="789835"/>
              <a:chOff x="2786255" y="1658565"/>
              <a:chExt cx="208412" cy="789835"/>
            </a:xfrm>
          </p:grpSpPr>
          <p:cxnSp>
            <p:nvCxnSpPr>
              <p:cNvPr id="195" name="Straight Connector 53">
                <a:extLst>
                  <a:ext uri="{FF2B5EF4-FFF2-40B4-BE49-F238E27FC236}">
                    <a16:creationId xmlns:a16="http://schemas.microsoft.com/office/drawing/2014/main" id="{EEB4CA0B-710E-D675-5C23-3CCEB44789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2799" y="2448400"/>
                <a:ext cx="20186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3079">
                <a:extLst>
                  <a:ext uri="{FF2B5EF4-FFF2-40B4-BE49-F238E27FC236}">
                    <a16:creationId xmlns:a16="http://schemas.microsoft.com/office/drawing/2014/main" id="{A4E98528-CD0D-428E-559C-F661524220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6255" y="1660285"/>
                <a:ext cx="20841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3081">
                <a:extLst>
                  <a:ext uri="{FF2B5EF4-FFF2-40B4-BE49-F238E27FC236}">
                    <a16:creationId xmlns:a16="http://schemas.microsoft.com/office/drawing/2014/main" id="{5DE913E1-9605-4099-814D-9D2BB14A08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862" y="1658565"/>
                <a:ext cx="0" cy="78983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Group 3084">
              <a:extLst>
                <a:ext uri="{FF2B5EF4-FFF2-40B4-BE49-F238E27FC236}">
                  <a16:creationId xmlns:a16="http://schemas.microsoft.com/office/drawing/2014/main" id="{4EE0BFE1-18AC-D3FB-625A-57B3C47043D3}"/>
                </a:ext>
              </a:extLst>
            </p:cNvPr>
            <p:cNvGrpSpPr/>
            <p:nvPr/>
          </p:nvGrpSpPr>
          <p:grpSpPr>
            <a:xfrm rot="5400000">
              <a:off x="3179221" y="1865901"/>
              <a:ext cx="174179" cy="174179"/>
              <a:chOff x="1098389" y="2374226"/>
              <a:chExt cx="842356" cy="842356"/>
            </a:xfrm>
          </p:grpSpPr>
          <p:sp>
            <p:nvSpPr>
              <p:cNvPr id="191" name="Oval 3085">
                <a:extLst>
                  <a:ext uri="{FF2B5EF4-FFF2-40B4-BE49-F238E27FC236}">
                    <a16:creationId xmlns:a16="http://schemas.microsoft.com/office/drawing/2014/main" id="{A8516B66-3FD6-ED52-5DF9-7F0215A70100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3086">
                <a:extLst>
                  <a:ext uri="{FF2B5EF4-FFF2-40B4-BE49-F238E27FC236}">
                    <a16:creationId xmlns:a16="http://schemas.microsoft.com/office/drawing/2014/main" id="{8B0C7F31-33DA-84E8-23F3-81810DCAA9CE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193" name="Straight Connector 3087">
                  <a:extLst>
                    <a:ext uri="{FF2B5EF4-FFF2-40B4-BE49-F238E27FC236}">
                      <a16:creationId xmlns:a16="http://schemas.microsoft.com/office/drawing/2014/main" id="{D22F5B78-1A8B-4FE4-28EC-2E898B0D1C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3088">
                  <a:extLst>
                    <a:ext uri="{FF2B5EF4-FFF2-40B4-BE49-F238E27FC236}">
                      <a16:creationId xmlns:a16="http://schemas.microsoft.com/office/drawing/2014/main" id="{F038C5B5-B195-6BC3-E61B-15DF6B231B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85" name="Straight Connector 3089">
              <a:extLst>
                <a:ext uri="{FF2B5EF4-FFF2-40B4-BE49-F238E27FC236}">
                  <a16:creationId xmlns:a16="http://schemas.microsoft.com/office/drawing/2014/main" id="{D789865E-BA72-44DF-10B9-9F640E1606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2274" y="1456990"/>
              <a:ext cx="240718" cy="3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6" name="Group 3107">
              <a:extLst>
                <a:ext uri="{FF2B5EF4-FFF2-40B4-BE49-F238E27FC236}">
                  <a16:creationId xmlns:a16="http://schemas.microsoft.com/office/drawing/2014/main" id="{F0CC6749-756C-6962-965E-2614D8C15930}"/>
                </a:ext>
              </a:extLst>
            </p:cNvPr>
            <p:cNvGrpSpPr/>
            <p:nvPr/>
          </p:nvGrpSpPr>
          <p:grpSpPr>
            <a:xfrm rot="5400000">
              <a:off x="3185614" y="2656400"/>
              <a:ext cx="174179" cy="174179"/>
              <a:chOff x="1098389" y="2374226"/>
              <a:chExt cx="842356" cy="842356"/>
            </a:xfrm>
          </p:grpSpPr>
          <p:sp>
            <p:nvSpPr>
              <p:cNvPr id="187" name="Oval 3108">
                <a:extLst>
                  <a:ext uri="{FF2B5EF4-FFF2-40B4-BE49-F238E27FC236}">
                    <a16:creationId xmlns:a16="http://schemas.microsoft.com/office/drawing/2014/main" id="{A6F1283D-8876-295A-D780-AF753604634E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8" name="Group 3109">
                <a:extLst>
                  <a:ext uri="{FF2B5EF4-FFF2-40B4-BE49-F238E27FC236}">
                    <a16:creationId xmlns:a16="http://schemas.microsoft.com/office/drawing/2014/main" id="{85D0D606-A6CA-494E-0E88-6E08A75027BC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189" name="Straight Connector 3110">
                  <a:extLst>
                    <a:ext uri="{FF2B5EF4-FFF2-40B4-BE49-F238E27FC236}">
                      <a16:creationId xmlns:a16="http://schemas.microsoft.com/office/drawing/2014/main" id="{BCDB9A23-66F1-A26B-AA26-73B83804A4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3111">
                  <a:extLst>
                    <a:ext uri="{FF2B5EF4-FFF2-40B4-BE49-F238E27FC236}">
                      <a16:creationId xmlns:a16="http://schemas.microsoft.com/office/drawing/2014/main" id="{A0F46DA3-DF06-9072-225F-6D372C3C4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" name="Rectangle: Rounded Corners 41">
            <a:extLst>
              <a:ext uri="{FF2B5EF4-FFF2-40B4-BE49-F238E27FC236}">
                <a16:creationId xmlns:a16="http://schemas.microsoft.com/office/drawing/2014/main" id="{BE8501BE-AD3C-4923-FDF7-BDBAF8340FBA}"/>
              </a:ext>
            </a:extLst>
          </p:cNvPr>
          <p:cNvSpPr/>
          <p:nvPr/>
        </p:nvSpPr>
        <p:spPr>
          <a:xfrm>
            <a:off x="6289317" y="2165725"/>
            <a:ext cx="2125996" cy="555703"/>
          </a:xfrm>
          <a:prstGeom prst="roundRect">
            <a:avLst>
              <a:gd name="adj" fmla="val 886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Application RESTAURANT</a:t>
            </a:r>
          </a:p>
        </p:txBody>
      </p:sp>
      <p:grpSp>
        <p:nvGrpSpPr>
          <p:cNvPr id="212" name="Groupe 211">
            <a:extLst>
              <a:ext uri="{FF2B5EF4-FFF2-40B4-BE49-F238E27FC236}">
                <a16:creationId xmlns:a16="http://schemas.microsoft.com/office/drawing/2014/main" id="{05C11B21-D77F-3B92-DF7B-D855CE54D965}"/>
              </a:ext>
            </a:extLst>
          </p:cNvPr>
          <p:cNvGrpSpPr/>
          <p:nvPr/>
        </p:nvGrpSpPr>
        <p:grpSpPr>
          <a:xfrm flipH="1">
            <a:off x="8512118" y="6241043"/>
            <a:ext cx="951979" cy="388296"/>
            <a:chOff x="8854665" y="3890235"/>
            <a:chExt cx="579156" cy="174179"/>
          </a:xfrm>
        </p:grpSpPr>
        <p:grpSp>
          <p:nvGrpSpPr>
            <p:cNvPr id="198" name="Group 3151">
              <a:extLst>
                <a:ext uri="{FF2B5EF4-FFF2-40B4-BE49-F238E27FC236}">
                  <a16:creationId xmlns:a16="http://schemas.microsoft.com/office/drawing/2014/main" id="{9836F700-2CD7-2DC4-3449-1FC2B11616B2}"/>
                </a:ext>
              </a:extLst>
            </p:cNvPr>
            <p:cNvGrpSpPr/>
            <p:nvPr/>
          </p:nvGrpSpPr>
          <p:grpSpPr>
            <a:xfrm rot="16200000">
              <a:off x="8854665" y="3890235"/>
              <a:ext cx="174179" cy="174179"/>
              <a:chOff x="1098389" y="2374226"/>
              <a:chExt cx="842356" cy="842356"/>
            </a:xfrm>
          </p:grpSpPr>
          <p:sp>
            <p:nvSpPr>
              <p:cNvPr id="199" name="Oval 3152">
                <a:extLst>
                  <a:ext uri="{FF2B5EF4-FFF2-40B4-BE49-F238E27FC236}">
                    <a16:creationId xmlns:a16="http://schemas.microsoft.com/office/drawing/2014/main" id="{AE667DB4-8972-4DDE-05D4-696CF5961E0F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0" name="Group 3153">
                <a:extLst>
                  <a:ext uri="{FF2B5EF4-FFF2-40B4-BE49-F238E27FC236}">
                    <a16:creationId xmlns:a16="http://schemas.microsoft.com/office/drawing/2014/main" id="{F41D841F-C4A7-1439-D4C0-3605BF72A30F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201" name="Straight Connector 3154">
                  <a:extLst>
                    <a:ext uri="{FF2B5EF4-FFF2-40B4-BE49-F238E27FC236}">
                      <a16:creationId xmlns:a16="http://schemas.microsoft.com/office/drawing/2014/main" id="{3B753460-AEE7-57C3-BEC2-BBE1CD84BD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3155">
                  <a:extLst>
                    <a:ext uri="{FF2B5EF4-FFF2-40B4-BE49-F238E27FC236}">
                      <a16:creationId xmlns:a16="http://schemas.microsoft.com/office/drawing/2014/main" id="{99B79071-4959-6192-5B7C-88F8039115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03" name="Straight Connector 3156">
              <a:extLst>
                <a:ext uri="{FF2B5EF4-FFF2-40B4-BE49-F238E27FC236}">
                  <a16:creationId xmlns:a16="http://schemas.microsoft.com/office/drawing/2014/main" id="{6BE44F26-BEA5-0F53-A7FC-1A6097F25A0B}"/>
                </a:ext>
              </a:extLst>
            </p:cNvPr>
            <p:cNvCxnSpPr>
              <a:cxnSpLocks/>
              <a:endCxn id="199" idx="4"/>
            </p:cNvCxnSpPr>
            <p:nvPr/>
          </p:nvCxnSpPr>
          <p:spPr>
            <a:xfrm flipH="1" flipV="1">
              <a:off x="9028844" y="3977324"/>
              <a:ext cx="404977" cy="32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: Rounded Corners 41">
            <a:extLst>
              <a:ext uri="{FF2B5EF4-FFF2-40B4-BE49-F238E27FC236}">
                <a16:creationId xmlns:a16="http://schemas.microsoft.com/office/drawing/2014/main" id="{CA18DD22-B94E-83FD-769A-54C2F376CF28}"/>
              </a:ext>
            </a:extLst>
          </p:cNvPr>
          <p:cNvSpPr/>
          <p:nvPr/>
        </p:nvSpPr>
        <p:spPr>
          <a:xfrm>
            <a:off x="6904655" y="6204384"/>
            <a:ext cx="1909482" cy="555703"/>
          </a:xfrm>
          <a:prstGeom prst="roundRect">
            <a:avLst>
              <a:gd name="adj" fmla="val 886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Application ADMIN</a:t>
            </a:r>
          </a:p>
        </p:txBody>
      </p:sp>
      <p:grpSp>
        <p:nvGrpSpPr>
          <p:cNvPr id="213" name="Group 3117">
            <a:extLst>
              <a:ext uri="{FF2B5EF4-FFF2-40B4-BE49-F238E27FC236}">
                <a16:creationId xmlns:a16="http://schemas.microsoft.com/office/drawing/2014/main" id="{96DC4F82-E4C6-A185-2904-06CC24AD513F}"/>
              </a:ext>
            </a:extLst>
          </p:cNvPr>
          <p:cNvGrpSpPr/>
          <p:nvPr/>
        </p:nvGrpSpPr>
        <p:grpSpPr>
          <a:xfrm>
            <a:off x="2801017" y="5240073"/>
            <a:ext cx="999395" cy="1409590"/>
            <a:chOff x="2783836" y="1865901"/>
            <a:chExt cx="575957" cy="964678"/>
          </a:xfrm>
        </p:grpSpPr>
        <p:grpSp>
          <p:nvGrpSpPr>
            <p:cNvPr id="214" name="Group 3118">
              <a:extLst>
                <a:ext uri="{FF2B5EF4-FFF2-40B4-BE49-F238E27FC236}">
                  <a16:creationId xmlns:a16="http://schemas.microsoft.com/office/drawing/2014/main" id="{AA5325FE-2D81-56D9-1285-BBEC0068A805}"/>
                </a:ext>
              </a:extLst>
            </p:cNvPr>
            <p:cNvGrpSpPr/>
            <p:nvPr/>
          </p:nvGrpSpPr>
          <p:grpSpPr>
            <a:xfrm>
              <a:off x="3024554" y="1952991"/>
              <a:ext cx="204312" cy="789835"/>
              <a:chOff x="2790355" y="1658565"/>
              <a:chExt cx="204312" cy="789835"/>
            </a:xfrm>
          </p:grpSpPr>
          <p:cxnSp>
            <p:nvCxnSpPr>
              <p:cNvPr id="226" name="Straight Connector 3130">
                <a:extLst>
                  <a:ext uri="{FF2B5EF4-FFF2-40B4-BE49-F238E27FC236}">
                    <a16:creationId xmlns:a16="http://schemas.microsoft.com/office/drawing/2014/main" id="{029C03D8-9A50-8D8F-2CDA-3B3A260C9F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2799" y="2448400"/>
                <a:ext cx="20186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3131">
                <a:extLst>
                  <a:ext uri="{FF2B5EF4-FFF2-40B4-BE49-F238E27FC236}">
                    <a16:creationId xmlns:a16="http://schemas.microsoft.com/office/drawing/2014/main" id="{20425FE5-7849-1567-7083-C0AB071BBE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92799" y="1658566"/>
                <a:ext cx="201868" cy="1719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3132">
                <a:extLst>
                  <a:ext uri="{FF2B5EF4-FFF2-40B4-BE49-F238E27FC236}">
                    <a16:creationId xmlns:a16="http://schemas.microsoft.com/office/drawing/2014/main" id="{91918CC0-D7A9-3F1C-13E2-B84B33D55C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0355" y="1658565"/>
                <a:ext cx="0" cy="78983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" name="Group 3119">
              <a:extLst>
                <a:ext uri="{FF2B5EF4-FFF2-40B4-BE49-F238E27FC236}">
                  <a16:creationId xmlns:a16="http://schemas.microsoft.com/office/drawing/2014/main" id="{97512AD2-C0FB-EA68-32DD-4F4BB76B79BF}"/>
                </a:ext>
              </a:extLst>
            </p:cNvPr>
            <p:cNvGrpSpPr/>
            <p:nvPr/>
          </p:nvGrpSpPr>
          <p:grpSpPr>
            <a:xfrm rot="5400000">
              <a:off x="3179221" y="1865901"/>
              <a:ext cx="174179" cy="174179"/>
              <a:chOff x="1098389" y="2374226"/>
              <a:chExt cx="842356" cy="842356"/>
            </a:xfrm>
          </p:grpSpPr>
          <p:sp>
            <p:nvSpPr>
              <p:cNvPr id="222" name="Oval 3126">
                <a:extLst>
                  <a:ext uri="{FF2B5EF4-FFF2-40B4-BE49-F238E27FC236}">
                    <a16:creationId xmlns:a16="http://schemas.microsoft.com/office/drawing/2014/main" id="{9B34F72C-D510-9FD4-6BD3-B28DA4397F25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3" name="Group 3127">
                <a:extLst>
                  <a:ext uri="{FF2B5EF4-FFF2-40B4-BE49-F238E27FC236}">
                    <a16:creationId xmlns:a16="http://schemas.microsoft.com/office/drawing/2014/main" id="{080318F6-FD4C-AB4E-11FE-5739A3E2E498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224" name="Straight Connector 3128">
                  <a:extLst>
                    <a:ext uri="{FF2B5EF4-FFF2-40B4-BE49-F238E27FC236}">
                      <a16:creationId xmlns:a16="http://schemas.microsoft.com/office/drawing/2014/main" id="{EC1EB5E0-B662-7EFD-7C48-96975BAD45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3129">
                  <a:extLst>
                    <a:ext uri="{FF2B5EF4-FFF2-40B4-BE49-F238E27FC236}">
                      <a16:creationId xmlns:a16="http://schemas.microsoft.com/office/drawing/2014/main" id="{13A75708-D070-D36B-DF0F-A010CCD54A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16" name="Straight Connector 3120">
              <a:extLst>
                <a:ext uri="{FF2B5EF4-FFF2-40B4-BE49-F238E27FC236}">
                  <a16:creationId xmlns:a16="http://schemas.microsoft.com/office/drawing/2014/main" id="{F262D008-D8B5-245C-9A70-46B6ED91B8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3836" y="2333624"/>
              <a:ext cx="240718" cy="3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Group 3121">
              <a:extLst>
                <a:ext uri="{FF2B5EF4-FFF2-40B4-BE49-F238E27FC236}">
                  <a16:creationId xmlns:a16="http://schemas.microsoft.com/office/drawing/2014/main" id="{1EFFF87D-DFA9-F3A9-EB09-D88475D02661}"/>
                </a:ext>
              </a:extLst>
            </p:cNvPr>
            <p:cNvGrpSpPr/>
            <p:nvPr/>
          </p:nvGrpSpPr>
          <p:grpSpPr>
            <a:xfrm rot="5400000">
              <a:off x="3185614" y="2656400"/>
              <a:ext cx="174179" cy="174179"/>
              <a:chOff x="1098389" y="2374226"/>
              <a:chExt cx="842356" cy="842356"/>
            </a:xfrm>
          </p:grpSpPr>
          <p:sp>
            <p:nvSpPr>
              <p:cNvPr id="218" name="Oval 3122">
                <a:extLst>
                  <a:ext uri="{FF2B5EF4-FFF2-40B4-BE49-F238E27FC236}">
                    <a16:creationId xmlns:a16="http://schemas.microsoft.com/office/drawing/2014/main" id="{00F9EFF5-171D-DC3A-1B0F-9322DBAE8EC5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9" name="Group 3123">
                <a:extLst>
                  <a:ext uri="{FF2B5EF4-FFF2-40B4-BE49-F238E27FC236}">
                    <a16:creationId xmlns:a16="http://schemas.microsoft.com/office/drawing/2014/main" id="{C9199E64-488D-45B0-DE06-0ED749F80952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220" name="Straight Connector 3124">
                  <a:extLst>
                    <a:ext uri="{FF2B5EF4-FFF2-40B4-BE49-F238E27FC236}">
                      <a16:creationId xmlns:a16="http://schemas.microsoft.com/office/drawing/2014/main" id="{5825AF41-CA97-804D-791E-ABE4BA5A03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3125">
                  <a:extLst>
                    <a:ext uri="{FF2B5EF4-FFF2-40B4-BE49-F238E27FC236}">
                      <a16:creationId xmlns:a16="http://schemas.microsoft.com/office/drawing/2014/main" id="{599AA6B9-07D3-4169-565B-0F74545DB3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1" name="Rectangle: Rounded Corners 41">
            <a:extLst>
              <a:ext uri="{FF2B5EF4-FFF2-40B4-BE49-F238E27FC236}">
                <a16:creationId xmlns:a16="http://schemas.microsoft.com/office/drawing/2014/main" id="{B870D357-C8F6-6427-1AFA-6690AAD7231A}"/>
              </a:ext>
            </a:extLst>
          </p:cNvPr>
          <p:cNvSpPr/>
          <p:nvPr/>
        </p:nvSpPr>
        <p:spPr>
          <a:xfrm>
            <a:off x="1133246" y="5686973"/>
            <a:ext cx="1909482" cy="555703"/>
          </a:xfrm>
          <a:prstGeom prst="roundRect">
            <a:avLst>
              <a:gd name="adj" fmla="val 886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Commentaire </a:t>
            </a:r>
          </a:p>
        </p:txBody>
      </p:sp>
      <p:grpSp>
        <p:nvGrpSpPr>
          <p:cNvPr id="229" name="Groupe 228">
            <a:extLst>
              <a:ext uri="{FF2B5EF4-FFF2-40B4-BE49-F238E27FC236}">
                <a16:creationId xmlns:a16="http://schemas.microsoft.com/office/drawing/2014/main" id="{FA720DB7-48AA-C2BC-1792-8F0B56C941EC}"/>
              </a:ext>
            </a:extLst>
          </p:cNvPr>
          <p:cNvGrpSpPr/>
          <p:nvPr/>
        </p:nvGrpSpPr>
        <p:grpSpPr>
          <a:xfrm flipH="1">
            <a:off x="8409164" y="5021366"/>
            <a:ext cx="951979" cy="388296"/>
            <a:chOff x="8854665" y="3890235"/>
            <a:chExt cx="579156" cy="174179"/>
          </a:xfrm>
        </p:grpSpPr>
        <p:grpSp>
          <p:nvGrpSpPr>
            <p:cNvPr id="230" name="Group 3151">
              <a:extLst>
                <a:ext uri="{FF2B5EF4-FFF2-40B4-BE49-F238E27FC236}">
                  <a16:creationId xmlns:a16="http://schemas.microsoft.com/office/drawing/2014/main" id="{4ADCEFED-0FB2-5409-EED9-2B88D49BCDE2}"/>
                </a:ext>
              </a:extLst>
            </p:cNvPr>
            <p:cNvGrpSpPr/>
            <p:nvPr/>
          </p:nvGrpSpPr>
          <p:grpSpPr>
            <a:xfrm rot="16200000">
              <a:off x="8854665" y="3890235"/>
              <a:ext cx="174179" cy="174179"/>
              <a:chOff x="1098389" y="2374226"/>
              <a:chExt cx="842356" cy="842356"/>
            </a:xfrm>
          </p:grpSpPr>
          <p:sp>
            <p:nvSpPr>
              <p:cNvPr id="232" name="Oval 3152">
                <a:extLst>
                  <a:ext uri="{FF2B5EF4-FFF2-40B4-BE49-F238E27FC236}">
                    <a16:creationId xmlns:a16="http://schemas.microsoft.com/office/drawing/2014/main" id="{0052D80F-CCB8-43EB-0D35-6EE51A15C223}"/>
                  </a:ext>
                </a:extLst>
              </p:cNvPr>
              <p:cNvSpPr/>
              <p:nvPr/>
            </p:nvSpPr>
            <p:spPr>
              <a:xfrm>
                <a:off x="1098389" y="2374226"/>
                <a:ext cx="842356" cy="8423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3" name="Group 3153">
                <a:extLst>
                  <a:ext uri="{FF2B5EF4-FFF2-40B4-BE49-F238E27FC236}">
                    <a16:creationId xmlns:a16="http://schemas.microsoft.com/office/drawing/2014/main" id="{301368EC-E140-314A-7F43-4496416E3FAA}"/>
                  </a:ext>
                </a:extLst>
              </p:cNvPr>
              <p:cNvGrpSpPr/>
              <p:nvPr/>
            </p:nvGrpSpPr>
            <p:grpSpPr>
              <a:xfrm>
                <a:off x="1323920" y="2719202"/>
                <a:ext cx="391294" cy="152403"/>
                <a:chOff x="1366295" y="2895708"/>
                <a:chExt cx="223173" cy="86264"/>
              </a:xfrm>
            </p:grpSpPr>
            <p:cxnSp>
              <p:nvCxnSpPr>
                <p:cNvPr id="234" name="Straight Connector 3154">
                  <a:extLst>
                    <a:ext uri="{FF2B5EF4-FFF2-40B4-BE49-F238E27FC236}">
                      <a16:creationId xmlns:a16="http://schemas.microsoft.com/office/drawing/2014/main" id="{855F55BB-BC5C-094C-0C65-FE1517234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8002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3155">
                  <a:extLst>
                    <a:ext uri="{FF2B5EF4-FFF2-40B4-BE49-F238E27FC236}">
                      <a16:creationId xmlns:a16="http://schemas.microsoft.com/office/drawing/2014/main" id="{936132F2-1F92-3118-4CC1-C87558409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66295" y="2895708"/>
                  <a:ext cx="111466" cy="86264"/>
                </a:xfrm>
                <a:prstGeom prst="line">
                  <a:avLst/>
                </a:prstGeom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1" name="Straight Connector 3156">
              <a:extLst>
                <a:ext uri="{FF2B5EF4-FFF2-40B4-BE49-F238E27FC236}">
                  <a16:creationId xmlns:a16="http://schemas.microsoft.com/office/drawing/2014/main" id="{6E28236E-A1BA-92FC-28C3-661FBD05761F}"/>
                </a:ext>
              </a:extLst>
            </p:cNvPr>
            <p:cNvCxnSpPr>
              <a:cxnSpLocks/>
              <a:endCxn id="232" idx="4"/>
            </p:cNvCxnSpPr>
            <p:nvPr/>
          </p:nvCxnSpPr>
          <p:spPr>
            <a:xfrm flipH="1" flipV="1">
              <a:off x="9028844" y="3977324"/>
              <a:ext cx="404977" cy="32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: Rounded Corners 41">
            <a:extLst>
              <a:ext uri="{FF2B5EF4-FFF2-40B4-BE49-F238E27FC236}">
                <a16:creationId xmlns:a16="http://schemas.microsoft.com/office/drawing/2014/main" id="{4F927C73-9930-9066-A0F1-8B597D502127}"/>
              </a:ext>
            </a:extLst>
          </p:cNvPr>
          <p:cNvSpPr/>
          <p:nvPr/>
        </p:nvSpPr>
        <p:spPr>
          <a:xfrm>
            <a:off x="6904655" y="4964813"/>
            <a:ext cx="1909482" cy="555703"/>
          </a:xfrm>
          <a:prstGeom prst="roundRect">
            <a:avLst>
              <a:gd name="adj" fmla="val 886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Application CHAT</a:t>
            </a:r>
          </a:p>
        </p:txBody>
      </p:sp>
      <p:sp>
        <p:nvSpPr>
          <p:cNvPr id="236" name="Rectangle: Rounded Corners 42">
            <a:extLst>
              <a:ext uri="{FF2B5EF4-FFF2-40B4-BE49-F238E27FC236}">
                <a16:creationId xmlns:a16="http://schemas.microsoft.com/office/drawing/2014/main" id="{4B67A7D4-B850-743F-6C44-4AB1F89D30C4}"/>
              </a:ext>
            </a:extLst>
          </p:cNvPr>
          <p:cNvSpPr/>
          <p:nvPr/>
        </p:nvSpPr>
        <p:spPr>
          <a:xfrm>
            <a:off x="3883326" y="5179290"/>
            <a:ext cx="1245448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Commentaire</a:t>
            </a:r>
          </a:p>
        </p:txBody>
      </p:sp>
      <p:sp>
        <p:nvSpPr>
          <p:cNvPr id="237" name="Rectangle: Rounded Corners 42">
            <a:extLst>
              <a:ext uri="{FF2B5EF4-FFF2-40B4-BE49-F238E27FC236}">
                <a16:creationId xmlns:a16="http://schemas.microsoft.com/office/drawing/2014/main" id="{4FF4FA26-A87A-3ED2-05D6-B9466606A228}"/>
              </a:ext>
            </a:extLst>
          </p:cNvPr>
          <p:cNvSpPr/>
          <p:nvPr/>
        </p:nvSpPr>
        <p:spPr>
          <a:xfrm>
            <a:off x="3871915" y="6315121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Notes</a:t>
            </a:r>
          </a:p>
        </p:txBody>
      </p:sp>
      <p:sp>
        <p:nvSpPr>
          <p:cNvPr id="238" name="Rectangle: Rounded Corners 42">
            <a:extLst>
              <a:ext uri="{FF2B5EF4-FFF2-40B4-BE49-F238E27FC236}">
                <a16:creationId xmlns:a16="http://schemas.microsoft.com/office/drawing/2014/main" id="{68547978-4E66-A5C1-10C3-3E83A81E9166}"/>
              </a:ext>
            </a:extLst>
          </p:cNvPr>
          <p:cNvSpPr/>
          <p:nvPr/>
        </p:nvSpPr>
        <p:spPr>
          <a:xfrm>
            <a:off x="9469507" y="-2159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Restaurant</a:t>
            </a:r>
          </a:p>
        </p:txBody>
      </p:sp>
      <p:sp>
        <p:nvSpPr>
          <p:cNvPr id="239" name="Rectangle: Rounded Corners 42">
            <a:extLst>
              <a:ext uri="{FF2B5EF4-FFF2-40B4-BE49-F238E27FC236}">
                <a16:creationId xmlns:a16="http://schemas.microsoft.com/office/drawing/2014/main" id="{E21935BB-13C9-E79A-3296-2816C7361D7C}"/>
              </a:ext>
            </a:extLst>
          </p:cNvPr>
          <p:cNvSpPr/>
          <p:nvPr/>
        </p:nvSpPr>
        <p:spPr>
          <a:xfrm>
            <a:off x="9519903" y="606808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Notes</a:t>
            </a:r>
          </a:p>
        </p:txBody>
      </p:sp>
      <p:sp>
        <p:nvSpPr>
          <p:cNvPr id="240" name="Rectangle: Rounded Corners 42">
            <a:extLst>
              <a:ext uri="{FF2B5EF4-FFF2-40B4-BE49-F238E27FC236}">
                <a16:creationId xmlns:a16="http://schemas.microsoft.com/office/drawing/2014/main" id="{6661CB72-D63E-88B7-1C65-EB546C5B506E}"/>
              </a:ext>
            </a:extLst>
          </p:cNvPr>
          <p:cNvSpPr/>
          <p:nvPr/>
        </p:nvSpPr>
        <p:spPr>
          <a:xfrm>
            <a:off x="9469103" y="1194518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Cuisine</a:t>
            </a:r>
          </a:p>
        </p:txBody>
      </p:sp>
      <p:sp>
        <p:nvSpPr>
          <p:cNvPr id="241" name="Rectangle: Rounded Corners 42">
            <a:extLst>
              <a:ext uri="{FF2B5EF4-FFF2-40B4-BE49-F238E27FC236}">
                <a16:creationId xmlns:a16="http://schemas.microsoft.com/office/drawing/2014/main" id="{4EE2D19D-7587-A897-2270-E5D33CD0FEBA}"/>
              </a:ext>
            </a:extLst>
          </p:cNvPr>
          <p:cNvSpPr/>
          <p:nvPr/>
        </p:nvSpPr>
        <p:spPr>
          <a:xfrm>
            <a:off x="9519903" y="1764422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Menu</a:t>
            </a:r>
          </a:p>
        </p:txBody>
      </p:sp>
      <p:sp>
        <p:nvSpPr>
          <p:cNvPr id="242" name="Rectangle: Rounded Corners 42">
            <a:extLst>
              <a:ext uri="{FF2B5EF4-FFF2-40B4-BE49-F238E27FC236}">
                <a16:creationId xmlns:a16="http://schemas.microsoft.com/office/drawing/2014/main" id="{8A183AC4-63D6-3AA0-C4F4-35804FE3484A}"/>
              </a:ext>
            </a:extLst>
          </p:cNvPr>
          <p:cNvSpPr/>
          <p:nvPr/>
        </p:nvSpPr>
        <p:spPr>
          <a:xfrm>
            <a:off x="9456496" y="2387779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Plat</a:t>
            </a:r>
          </a:p>
        </p:txBody>
      </p:sp>
      <p:sp>
        <p:nvSpPr>
          <p:cNvPr id="243" name="Rectangle: Rounded Corners 42">
            <a:extLst>
              <a:ext uri="{FF2B5EF4-FFF2-40B4-BE49-F238E27FC236}">
                <a16:creationId xmlns:a16="http://schemas.microsoft.com/office/drawing/2014/main" id="{2CA907CC-DDFE-1178-04D8-1F5E1A4E630C}"/>
              </a:ext>
            </a:extLst>
          </p:cNvPr>
          <p:cNvSpPr/>
          <p:nvPr/>
        </p:nvSpPr>
        <p:spPr>
          <a:xfrm>
            <a:off x="9519903" y="3019153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Reservation</a:t>
            </a:r>
          </a:p>
        </p:txBody>
      </p:sp>
      <p:sp>
        <p:nvSpPr>
          <p:cNvPr id="244" name="Rectangle: Rounded Corners 42">
            <a:extLst>
              <a:ext uri="{FF2B5EF4-FFF2-40B4-BE49-F238E27FC236}">
                <a16:creationId xmlns:a16="http://schemas.microsoft.com/office/drawing/2014/main" id="{DA120A2E-5227-01F3-9D66-23E2D58BBA39}"/>
              </a:ext>
            </a:extLst>
          </p:cNvPr>
          <p:cNvSpPr/>
          <p:nvPr/>
        </p:nvSpPr>
        <p:spPr>
          <a:xfrm>
            <a:off x="9530117" y="3547064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Commande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5" name="Rectangle: Rounded Corners 42">
            <a:extLst>
              <a:ext uri="{FF2B5EF4-FFF2-40B4-BE49-F238E27FC236}">
                <a16:creationId xmlns:a16="http://schemas.microsoft.com/office/drawing/2014/main" id="{E219EE85-51A3-0319-F985-71A5E0CFD77B}"/>
              </a:ext>
            </a:extLst>
          </p:cNvPr>
          <p:cNvSpPr/>
          <p:nvPr/>
        </p:nvSpPr>
        <p:spPr>
          <a:xfrm>
            <a:off x="9519902" y="4211555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Signal</a:t>
            </a:r>
          </a:p>
        </p:txBody>
      </p:sp>
      <p:sp>
        <p:nvSpPr>
          <p:cNvPr id="246" name="Rectangle: Rounded Corners 42">
            <a:extLst>
              <a:ext uri="{FF2B5EF4-FFF2-40B4-BE49-F238E27FC236}">
                <a16:creationId xmlns:a16="http://schemas.microsoft.com/office/drawing/2014/main" id="{1B27AA4D-9DC3-D4BA-03C9-8E50B3F5BDFE}"/>
              </a:ext>
            </a:extLst>
          </p:cNvPr>
          <p:cNvSpPr/>
          <p:nvPr/>
        </p:nvSpPr>
        <p:spPr>
          <a:xfrm>
            <a:off x="9450050" y="5021366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Message</a:t>
            </a:r>
          </a:p>
        </p:txBody>
      </p:sp>
      <p:sp>
        <p:nvSpPr>
          <p:cNvPr id="247" name="Rectangle: Rounded Corners 42">
            <a:extLst>
              <a:ext uri="{FF2B5EF4-FFF2-40B4-BE49-F238E27FC236}">
                <a16:creationId xmlns:a16="http://schemas.microsoft.com/office/drawing/2014/main" id="{22DEB277-21F9-3E5E-23FF-AD6BF1A8D557}"/>
              </a:ext>
            </a:extLst>
          </p:cNvPr>
          <p:cNvSpPr/>
          <p:nvPr/>
        </p:nvSpPr>
        <p:spPr>
          <a:xfrm>
            <a:off x="9520766" y="6204384"/>
            <a:ext cx="1071419" cy="409846"/>
          </a:xfrm>
          <a:prstGeom prst="roundRect">
            <a:avLst>
              <a:gd name="adj" fmla="val 88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99560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5" grpId="0" animBg="1"/>
      <p:bldP spid="6" grpId="0" animBg="1"/>
      <p:bldP spid="65" grpId="0" animBg="1"/>
      <p:bldP spid="66" grpId="0" animBg="1"/>
      <p:bldP spid="67" grpId="0" animBg="1"/>
      <p:bldP spid="7" grpId="0" animBg="1"/>
      <p:bldP spid="84" grpId="0" animBg="1"/>
      <p:bldP spid="85" grpId="0" animBg="1"/>
      <p:bldP spid="8" grpId="0" animBg="1"/>
      <p:bldP spid="10" grpId="0" animBg="1"/>
      <p:bldP spid="11" grpId="0" animBg="1"/>
      <p:bldP spid="9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0EF6EB4C-D615-539D-1C8E-0FE2F69DD2C6}"/>
              </a:ext>
            </a:extLst>
          </p:cNvPr>
          <p:cNvGrpSpPr/>
          <p:nvPr/>
        </p:nvGrpSpPr>
        <p:grpSpPr>
          <a:xfrm>
            <a:off x="-341992" y="-35657"/>
            <a:ext cx="12533992" cy="6929313"/>
            <a:chOff x="-341992" y="-85114"/>
            <a:chExt cx="12533992" cy="6929313"/>
          </a:xfrm>
        </p:grpSpPr>
        <p:sp>
          <p:nvSpPr>
            <p:cNvPr id="5" name="Double vague 4">
              <a:extLst>
                <a:ext uri="{FF2B5EF4-FFF2-40B4-BE49-F238E27FC236}">
                  <a16:creationId xmlns:a16="http://schemas.microsoft.com/office/drawing/2014/main" id="{2835A933-C0E1-78DD-FA38-0C151A7C4ED9}"/>
                </a:ext>
              </a:extLst>
            </p:cNvPr>
            <p:cNvSpPr/>
            <p:nvPr/>
          </p:nvSpPr>
          <p:spPr>
            <a:xfrm rot="5566112">
              <a:off x="-2869296" y="2442190"/>
              <a:ext cx="6929313" cy="1874706"/>
            </a:xfrm>
            <a:prstGeom prst="doubleWave">
              <a:avLst>
                <a:gd name="adj1" fmla="val 6250"/>
                <a:gd name="adj2" fmla="val 55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6202D4-70EB-30A8-891D-6826AD2B02BC}"/>
                </a:ext>
              </a:extLst>
            </p:cNvPr>
            <p:cNvSpPr/>
            <p:nvPr/>
          </p:nvSpPr>
          <p:spPr>
            <a:xfrm>
              <a:off x="11451771" y="-18288"/>
              <a:ext cx="740229" cy="6857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04A30E1-EC26-1183-8672-8AEE77BE0676}"/>
              </a:ext>
            </a:extLst>
          </p:cNvPr>
          <p:cNvSpPr/>
          <p:nvPr/>
        </p:nvSpPr>
        <p:spPr>
          <a:xfrm>
            <a:off x="2494909" y="178608"/>
            <a:ext cx="59827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dirty="0">
                <a:ln/>
                <a:solidFill>
                  <a:schemeClr val="accent4"/>
                </a:solidFill>
                <a:latin typeface="Baskerville Old Face" panose="02020602080505020303" pitchFamily="18" charset="0"/>
              </a:rPr>
              <a:t>TECHNOLOGIE  UTILISEZ</a:t>
            </a:r>
            <a:endParaRPr lang="fr-FR" sz="5400" b="1" cap="none" spc="0" dirty="0">
              <a:ln/>
              <a:solidFill>
                <a:schemeClr val="accent4"/>
              </a:solidFill>
              <a:effectLst/>
              <a:latin typeface="Baskerville Old Face" panose="02020602080505020303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BDDB94-FA33-803F-3A6B-2917884CA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256" y="1509158"/>
            <a:ext cx="1989456" cy="198945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94554DC-4982-C7F0-1086-A75DBEE31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011" y="1531781"/>
            <a:ext cx="1932017" cy="193201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3ACF3EA-F0F6-1067-D145-73F1ADAD4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400" y="1828799"/>
            <a:ext cx="1600201" cy="160020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61BF787-91AF-9E49-18D6-FB7AC72CE8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561" y="1737450"/>
            <a:ext cx="1521361" cy="152136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07F0F39-694F-9DCD-347E-8CC1456F75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137" y="1673667"/>
            <a:ext cx="1688309" cy="168830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BC22738-EF18-0ABC-5475-4154C5E60D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918" y="4835214"/>
            <a:ext cx="1600201" cy="160020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F450792-CF54-131F-0D86-BF7D411C8D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200" y="4858732"/>
            <a:ext cx="1521361" cy="152136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DE550439-CC9C-BC8A-8D72-5CE9DBAC84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972" y="4858732"/>
            <a:ext cx="1411539" cy="141153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81F2E6C-D89C-769A-AC40-7740603D93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674" y="4898151"/>
            <a:ext cx="2323675" cy="130561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91EE037-4DE6-39CB-9B09-FF2EBB12DA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532" y="4858732"/>
            <a:ext cx="1672072" cy="167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0769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2C1BA83-B4A0-FF5E-959A-9FDBC438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146" y="2045171"/>
            <a:ext cx="6444031" cy="2804403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C902EAB7-EB5E-85F7-BA26-413575EC4446}"/>
              </a:ext>
            </a:extLst>
          </p:cNvPr>
          <p:cNvGrpSpPr/>
          <p:nvPr/>
        </p:nvGrpSpPr>
        <p:grpSpPr>
          <a:xfrm>
            <a:off x="-341992" y="-71313"/>
            <a:ext cx="12533992" cy="6929313"/>
            <a:chOff x="-341992" y="-85114"/>
            <a:chExt cx="12533992" cy="6929313"/>
          </a:xfrm>
        </p:grpSpPr>
        <p:sp>
          <p:nvSpPr>
            <p:cNvPr id="6" name="Double vague 5">
              <a:extLst>
                <a:ext uri="{FF2B5EF4-FFF2-40B4-BE49-F238E27FC236}">
                  <a16:creationId xmlns:a16="http://schemas.microsoft.com/office/drawing/2014/main" id="{32B392E3-B71F-750A-35B8-681A8A6CFF6A}"/>
                </a:ext>
              </a:extLst>
            </p:cNvPr>
            <p:cNvSpPr/>
            <p:nvPr/>
          </p:nvSpPr>
          <p:spPr>
            <a:xfrm rot="5566112">
              <a:off x="-2869296" y="2442190"/>
              <a:ext cx="6929313" cy="1874706"/>
            </a:xfrm>
            <a:prstGeom prst="doubleWave">
              <a:avLst>
                <a:gd name="adj1" fmla="val 6250"/>
                <a:gd name="adj2" fmla="val 55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DA57A0-A8E4-9BE8-21FA-7B48AFB71AD0}"/>
                </a:ext>
              </a:extLst>
            </p:cNvPr>
            <p:cNvSpPr/>
            <p:nvPr/>
          </p:nvSpPr>
          <p:spPr>
            <a:xfrm>
              <a:off x="11451771" y="-18288"/>
              <a:ext cx="740229" cy="6857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DA0631B0-475C-4EB9-755A-44A165345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627" y="27220"/>
            <a:ext cx="2030144" cy="201795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B846B8F-0404-5728-7E35-3428A557C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933" y="4742774"/>
            <a:ext cx="2095500" cy="20955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687057A-1C1A-9AF1-C742-6F184DA461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60" y="248603"/>
            <a:ext cx="2660096" cy="2783000"/>
          </a:xfrm>
          <a:prstGeom prst="rect">
            <a:avLst/>
          </a:prstGeom>
        </p:spPr>
      </p:pic>
      <p:sp>
        <p:nvSpPr>
          <p:cNvPr id="2" name="Étoile : 5 branches 1">
            <a:extLst>
              <a:ext uri="{FF2B5EF4-FFF2-40B4-BE49-F238E27FC236}">
                <a16:creationId xmlns:a16="http://schemas.microsoft.com/office/drawing/2014/main" id="{8F4F8011-FE0A-369B-C2B2-3DD37A2BABEF}"/>
              </a:ext>
            </a:extLst>
          </p:cNvPr>
          <p:cNvSpPr/>
          <p:nvPr/>
        </p:nvSpPr>
        <p:spPr>
          <a:xfrm>
            <a:off x="10199077" y="5777802"/>
            <a:ext cx="740229" cy="62299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10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5" presetClass="entr" presetSubtype="0" fill="hold" grpId="0" nodeType="clickEffect">
                                  <p:stCondLst>
                                    <p:cond delay="20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37">
            <a:extLst>
              <a:ext uri="{FF2B5EF4-FFF2-40B4-BE49-F238E27FC236}">
                <a16:creationId xmlns:a16="http://schemas.microsoft.com/office/drawing/2014/main" id="{11C41D2E-6086-A464-DE4E-30FD2A7ED1F2}"/>
              </a:ext>
            </a:extLst>
          </p:cNvPr>
          <p:cNvSpPr txBox="1">
            <a:spLocks/>
          </p:cNvSpPr>
          <p:nvPr/>
        </p:nvSpPr>
        <p:spPr>
          <a:xfrm>
            <a:off x="4083209" y="798595"/>
            <a:ext cx="4817609" cy="3427633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 vert="horz" lIns="163275" tIns="81638" rIns="163275" bIns="81638" rtlCol="0">
            <a:normAutofit/>
          </a:bodyPr>
          <a:lstStyle>
            <a:lvl1pPr marL="0" indent="0" algn="l" defTabSz="1632753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kumimoji="1" sz="2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326612" indent="-510235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5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40941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317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3693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90070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06446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2822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939199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Open Sans"/>
                <a:cs typeface="+mn-cs"/>
              </a:rPr>
              <a:t> </a:t>
            </a:r>
            <a:endParaRPr kumimoji="1" lang="ja-JP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pic>
        <p:nvPicPr>
          <p:cNvPr id="6" name="図プレースホルダー 14">
            <a:extLst>
              <a:ext uri="{FF2B5EF4-FFF2-40B4-BE49-F238E27FC236}">
                <a16:creationId xmlns:a16="http://schemas.microsoft.com/office/drawing/2014/main" id="{B598761A-D7EC-3C16-EB03-047ADF9DA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1" r="16211"/>
          <a:stretch>
            <a:fillRect/>
          </a:stretch>
        </p:blipFill>
        <p:spPr>
          <a:xfrm>
            <a:off x="6096000" y="1210680"/>
            <a:ext cx="1041857" cy="10418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5AC5D7F-C025-C7CB-0C9B-D518363CD333}"/>
              </a:ext>
            </a:extLst>
          </p:cNvPr>
          <p:cNvSpPr/>
          <p:nvPr/>
        </p:nvSpPr>
        <p:spPr>
          <a:xfrm>
            <a:off x="4809158" y="2275387"/>
            <a:ext cx="3288080" cy="64633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3600" b="1" cap="none" spc="0" dirty="0">
                <a:ln/>
                <a:effectLst/>
                <a:latin typeface="Baskerville Old Face" panose="02020602080505020303" pitchFamily="18" charset="0"/>
              </a:rPr>
              <a:t>CONCLUSION</a:t>
            </a:r>
            <a:endParaRPr lang="fr-FR" sz="5400" b="1" cap="none" spc="0" dirty="0">
              <a:ln/>
              <a:effectLst/>
              <a:latin typeface="Baskerville Old Face" panose="02020602080505020303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43B4AA-4AD8-3875-0D76-0D2A0833B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27" y="73109"/>
            <a:ext cx="10791371" cy="678040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7CBB434-1331-962A-1A7E-DF2CF1B56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689" y="4927463"/>
            <a:ext cx="2838982" cy="155111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FEFC337-7FE6-5F5D-2EAF-C1ADE66B6A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264" y="3931920"/>
            <a:ext cx="2694205" cy="2694205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B3AB0E0E-9272-C3DB-48A1-A4455D115F55}"/>
              </a:ext>
            </a:extLst>
          </p:cNvPr>
          <p:cNvGrpSpPr/>
          <p:nvPr/>
        </p:nvGrpSpPr>
        <p:grpSpPr>
          <a:xfrm>
            <a:off x="-311512" y="-71313"/>
            <a:ext cx="12533992" cy="6929313"/>
            <a:chOff x="-341992" y="-85114"/>
            <a:chExt cx="12533992" cy="6929313"/>
          </a:xfrm>
        </p:grpSpPr>
        <p:sp>
          <p:nvSpPr>
            <p:cNvPr id="10" name="Double vague 9">
              <a:extLst>
                <a:ext uri="{FF2B5EF4-FFF2-40B4-BE49-F238E27FC236}">
                  <a16:creationId xmlns:a16="http://schemas.microsoft.com/office/drawing/2014/main" id="{26463FE8-DC65-769B-044E-A76BC1F4567A}"/>
                </a:ext>
              </a:extLst>
            </p:cNvPr>
            <p:cNvSpPr/>
            <p:nvPr/>
          </p:nvSpPr>
          <p:spPr>
            <a:xfrm rot="5566112">
              <a:off x="-2869296" y="2442190"/>
              <a:ext cx="6929313" cy="1874706"/>
            </a:xfrm>
            <a:prstGeom prst="doubleWave">
              <a:avLst>
                <a:gd name="adj1" fmla="val 6250"/>
                <a:gd name="adj2" fmla="val 55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F61ECF-9596-0B76-2A96-C94EEBA2F690}"/>
                </a:ext>
              </a:extLst>
            </p:cNvPr>
            <p:cNvSpPr/>
            <p:nvPr/>
          </p:nvSpPr>
          <p:spPr>
            <a:xfrm>
              <a:off x="11451771" y="-18288"/>
              <a:ext cx="740229" cy="6857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549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6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ctrTitle"/>
          </p:nvPr>
        </p:nvSpPr>
        <p:spPr>
          <a:xfrm>
            <a:off x="897775" y="2648572"/>
            <a:ext cx="10363200" cy="1057333"/>
          </a:xfrm>
        </p:spPr>
        <p:txBody>
          <a:bodyPr/>
          <a:lstStyle/>
          <a:p>
            <a:r>
              <a:rPr lang="en-US" altLang="ja-JP" dirty="0"/>
              <a:t>Merci pour votre aimable attention!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4688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Jaune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17633</TotalTime>
  <Words>252</Words>
  <Application>Microsoft Office PowerPoint</Application>
  <PresentationFormat>Grand écran</PresentationFormat>
  <Paragraphs>89</Paragraphs>
  <Slides>12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5" baseType="lpstr">
      <vt:lpstr>Agency FB</vt:lpstr>
      <vt:lpstr>Arial</vt:lpstr>
      <vt:lpstr>Baskerville Old Face</vt:lpstr>
      <vt:lpstr>Calibri</vt:lpstr>
      <vt:lpstr>Calibri Light</vt:lpstr>
      <vt:lpstr>Century Schoolbook</vt:lpstr>
      <vt:lpstr>Comic Sans MS</vt:lpstr>
      <vt:lpstr>Garamond</vt:lpstr>
      <vt:lpstr>Open Sans</vt:lpstr>
      <vt:lpstr>Rage Italic</vt:lpstr>
      <vt:lpstr>Route 159 UltraLight</vt:lpstr>
      <vt:lpstr>Times New Roman</vt:lpstr>
      <vt:lpstr>Thème Office</vt:lpstr>
      <vt:lpstr>Soyez les bienvenus !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aimable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Soyez les bienvenus !</dc:title>
  <dc:creator>USER</dc:creator>
  <cp:lastModifiedBy>Betsalel Abiya</cp:lastModifiedBy>
  <cp:revision>30</cp:revision>
  <dcterms:created xsi:type="dcterms:W3CDTF">2025-06-03T15:21:55Z</dcterms:created>
  <dcterms:modified xsi:type="dcterms:W3CDTF">2026-02-21T12:47:38Z</dcterms:modified>
</cp:coreProperties>
</file>